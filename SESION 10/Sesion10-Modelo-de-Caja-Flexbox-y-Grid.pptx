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carpeta mi-portafolio y tu archivo de Figma. Hoy cada bloque de tu diseño se coloca en su lugar.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 y Grid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 · display · Flexbox · Grid · el Hero Section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64px;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tiene colores, letra y bordes. Le falta la distribución de tu diseño.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enlazados.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tipografía, fondos y bordes de Figma en variables.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Sobre mí y Proyectos (Pasos 10 y 11).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modelo de caja en DevTools.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Hero con Flexbox.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las páginas interiores a dos columnas con Flexbox y Grid.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tu CSS decía cómo se ve cada cosa. Hoy decide dónde va. La Disposición automática que usas en Figma desde el primer paso es Flexbox: hoy aprendes a escribirla.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contenido, el padding, el borde y el margen de una caja.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entre display block, inline e inline-block.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elementos en fila o en columna con Flexbox.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Cuadricular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tarjetas en columnas iguales con Grid.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cada Disposición automática de Figma como display: flex.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caja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Contenido, padding, borde, margen y display.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Ejes, justify-content, align-items, gap y flex.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Columnas, la unidad fr, repeat() y grid-column.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Pasos 12 al 14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44622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Contacto, pie de página e imágenes.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 con Flexbox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e index.css, la tarea de la sesión 08.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interiores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Grid, Sobre mí y Contacto con Flexbox.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caja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capas de una caja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y padding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block, inline e inline-block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máximo y centrado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 DE CAJA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etiqueta es una caja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capas, de adentro hacia afuera. DevTools las pinta con estos mismos colores.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035040" cy="3383280"/>
          </a:xfrm>
          <a:prstGeom prst="rect">
            <a:avLst/>
          </a:prstGeom>
          <a:solidFill>
            <a:srgbClr val="F9CC9D"/>
          </a:solidFill>
          <a:ln w="12700">
            <a:solidFill>
              <a:srgbClr val="E0A86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2642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926080"/>
            <a:ext cx="5303520" cy="2761488"/>
          </a:xfrm>
          <a:prstGeom prst="rect">
            <a:avLst/>
          </a:prstGeom>
          <a:solidFill>
            <a:srgbClr val="FDDD9B"/>
          </a:solidFill>
          <a:ln w="12700">
            <a:solidFill>
              <a:srgbClr val="FDDD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25880" y="3246120"/>
            <a:ext cx="4663440" cy="2121408"/>
          </a:xfrm>
          <a:prstGeom prst="rect">
            <a:avLst/>
          </a:prstGeom>
          <a:solidFill>
            <a:srgbClr val="C3D08B"/>
          </a:solidFill>
          <a:ln w="12700">
            <a:solidFill>
              <a:srgbClr val="C3D0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3273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3749040"/>
            <a:ext cx="3383280" cy="1143000"/>
          </a:xfrm>
          <a:prstGeom prst="rect">
            <a:avLst/>
          </a:prstGeom>
          <a:solidFill>
            <a:srgbClr val="8CB6C0"/>
          </a:solidFill>
          <a:ln w="12700">
            <a:solidFill>
              <a:srgbClr val="8CB6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749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120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2615184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14032" y="26700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9260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o la imagen. Mide width × height.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31363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Lo que hay dentro del marco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3483864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14032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37947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relleno entre el contenido y el borde.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40050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Espaciado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4352544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46634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que rodea al padding.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48737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Trazo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5221224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14032" y="5276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55321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por fuera del borde, hacia los vecinos.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57424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Espacio (gap) entre hermanos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 DE CAJA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dónde se cuenta el ancho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regla da dos tamaños distintos según box-sizing.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content-box (por defecto)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4320540" cy="1051560"/>
          </a:xfrm>
          <a:prstGeom prst="rect">
            <a:avLst/>
          </a:prstGeom>
          <a:solidFill>
            <a:srgbClr val="FDDD9B"/>
          </a:solidFill>
          <a:ln w="12700">
            <a:solidFill>
              <a:srgbClr val="C9A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" y="3214116"/>
            <a:ext cx="4293108" cy="1024128"/>
          </a:xfrm>
          <a:prstGeom prst="rect">
            <a:avLst/>
          </a:prstGeom>
          <a:solidFill>
            <a:srgbClr val="C3D08B"/>
          </a:solidFill>
          <a:ln w="12700">
            <a:solidFill>
              <a:srgbClr val="C3D0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3010" y="3493008"/>
            <a:ext cx="3703320" cy="457200"/>
          </a:xfrm>
          <a:prstGeom prst="rect">
            <a:avLst/>
          </a:prstGeom>
          <a:solidFill>
            <a:srgbClr val="8CB6C0"/>
          </a:solidFill>
          <a:ln w="12700">
            <a:solidFill>
              <a:srgbClr val="8CB6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23010" y="3493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 contenido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350 px en total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90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+ 24 + 24 de padding + 1 + 1 de borde.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615184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 (tu reset)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200400"/>
            <a:ext cx="3703320" cy="1051560"/>
          </a:xfrm>
          <a:prstGeom prst="rect">
            <a:avLst/>
          </a:prstGeom>
          <a:solidFill>
            <a:srgbClr val="FDDD9B"/>
          </a:solidFill>
          <a:ln w="12700">
            <a:solidFill>
              <a:srgbClr val="C9A8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5956" y="3214116"/>
            <a:ext cx="3675888" cy="1024128"/>
          </a:xfrm>
          <a:prstGeom prst="rect">
            <a:avLst/>
          </a:prstGeom>
          <a:solidFill>
            <a:srgbClr val="C3D08B"/>
          </a:solidFill>
          <a:ln w="12700">
            <a:solidFill>
              <a:srgbClr val="C3D0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0850" y="3493008"/>
            <a:ext cx="3086100" cy="457200"/>
          </a:xfrm>
          <a:prstGeom prst="rect">
            <a:avLst/>
          </a:prstGeom>
          <a:solidFill>
            <a:srgbClr val="8CB6C0"/>
          </a:solidFill>
          <a:ln w="12700">
            <a:solidFill>
              <a:srgbClr val="8CB6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00850" y="349300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de contenido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300 px en total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590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padding y el borde se cuentan dentro de los 300.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148072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.tarjeta { width: 300px; padding: 24px; border: 1px solid; } 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mismo CSS en las dos */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7607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tu global.css empieza con box-sizing: border-box: las medidas que escribes son las que ves, como en Figma.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 DE CAJA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y padding: uno, dos o cuatro valores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leen en el sentido de las agujas del reloj, empezando arriba. Igual que el Espaciado de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24px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6151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lados iguales.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61518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6151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tarjetas: Espaciado 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644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0 80px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264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y abajo · derecha e izquierda.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264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cabecera: Espaciado 0 · 80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13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160px 80px 100px 80px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913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· derecha · abajo · izquierda.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91363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9136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Hero: 160 · 80 · 100 · 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5628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 auto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5628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margen arriba; a los lados, lo que sobre.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56285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5628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una caja con max-width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margin-bottom: 3rem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5212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lado.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52120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212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entre secciones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978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está dentro del borde y toma el fondo de la caja; margin está fuera y siempre es transparente.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 DE CAJA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block, inline e inline-block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etiqueta trae un display por defecto. Cambiarlo cambia cómo ocupa el espacio.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400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Una caja block, una inline y una inline-block dentro de un párra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254496" cy="32552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615184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24928" y="2670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24928" y="29260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424928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todo el ancho.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23760" y="3483864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24928" y="3538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24928" y="3794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424928" y="4005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en la línea de texto.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4352544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24928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inline-block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424928" y="46634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</a:t>
            </a:r>
            <a:pPr algn="l" indent="0" marL="0">
              <a:buNone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.dot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Hero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24928" y="4873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línea, con ancho y alto.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5221224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24928" y="5276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24928" y="55321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la caja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424928" y="5742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ocupa espacio.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 DE CAJA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máximo y centrado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líneas que usas en main, en el Hero y en las tarjetas.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852160" cy="2057400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949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1440px;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ancho del marco de Figma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   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centra la caja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6.25rem 5rem;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Espaciado 100 y 80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section &gt; p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max-width: 70ch; 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2615184"/>
            <a:ext cx="4892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76288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61518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hasta ese ancho, pero puede encogerse. Mejor que width para pantallas pequeñas.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3319272"/>
            <a:ext cx="4892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76288" y="33192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 auto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3192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a los lados el espacio que sobra.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4023360"/>
            <a:ext cx="4892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0233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ancho del carácter 0: 70ch son unas 70 letras por línea.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27080" cy="1097280"/>
          </a:xfrm>
          <a:prstGeom prst="roundRect">
            <a:avLst>
              <a:gd name="adj" fmla="val 8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9834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Míralo en DevTools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303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abre la pestaña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arriba está el diagrama de la caja. Desmarca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reset: la caja se ensancha, porque el padding pasa a sumarse por fuera.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e ítems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ejes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y align-items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gap, flex-wrap y flex: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Disposición automática es Flexbox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e ítems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se escribe en el padre. Los que se ordenan son sus hijos directos.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663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  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contenedor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ítems: h1, nav y el botón */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2615184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44768" y="2697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306324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355080" y="32461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32461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1240" y="32461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(botón)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41148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hijos quedan en fila, centrados en vertical y separados hacia los extremos.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138928"/>
            <a:ext cx="10305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hijos en vez del padre. La propiedad ordena a los hijos de quien la lleva, no a la etiqueta misma.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ejes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principal sigue el Flujo. El eje cruzado es el otro.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 row  (Flujo →)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420624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17320" y="34747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34747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34747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4389120"/>
            <a:ext cx="3657600" cy="0"/>
          </a:xfrm>
          <a:prstGeom prst="line">
            <a:avLst/>
          </a:prstGeom>
          <a:noFill/>
          <a:ln w="31750">
            <a:solidFill>
              <a:srgbClr val="177E8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41732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principal: justify-content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0" cy="1737360"/>
          </a:xfrm>
          <a:prstGeom prst="line">
            <a:avLst/>
          </a:prstGeom>
          <a:noFill/>
          <a:ln w="25400">
            <a:solidFill>
              <a:srgbClr val="A8402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200400" y="4846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cruzado: align-items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615184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 column  (Flujo ↓)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3246120"/>
            <a:ext cx="420624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995160" y="342900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399592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3995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456285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95160" y="45628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3429000"/>
            <a:ext cx="0" cy="1691640"/>
          </a:xfrm>
          <a:prstGeom prst="line">
            <a:avLst/>
          </a:prstGeom>
          <a:noFill/>
          <a:ln w="31750">
            <a:solidFill>
              <a:srgbClr val="177E8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95528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principal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5120640"/>
            <a:ext cx="3749040" cy="0"/>
          </a:xfrm>
          <a:prstGeom prst="line">
            <a:avLst/>
          </a:prstGeom>
          <a:noFill/>
          <a:ln w="25400">
            <a:solidFill>
              <a:srgbClr val="A8402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778240" y="4800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cruzado: align-items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68756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0976" y="5687568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siempre trabaja en el eje principal y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cruzado. Si cambias el Flujo, cambian de dirección.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el reparto en el eje principal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valores, el mismo contenedor. El más usado en tu portafolio: space-between.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120640" cy="3675888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Cinco valores de justify-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4974336" cy="35295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615184"/>
            <a:ext cx="56235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44768" y="261518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flex-start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inicio. Es el valor por defecto.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3346704"/>
            <a:ext cx="56235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44768" y="334670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3467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centro: el menú del pie.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4078224"/>
            <a:ext cx="56235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40782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flex-end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0782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4809744"/>
            <a:ext cx="56235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44768" y="48097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space-between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48097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los extremos: el Espacio Auto de Figma. La cabecera y la barra de la tarjeta de código.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0" y="5541264"/>
            <a:ext cx="56235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44768" y="554126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space-around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5412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espacio alrededor de cada uno.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la alineación en el eje cruzado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fila, align-items decide la posición vertical. Es la Alineación de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949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Cuatro valores de align-i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80313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2615184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73568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stretch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2926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defecto: los ítems se estiran al alto de la fila.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3456432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73568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flex-start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973568" y="37673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Arriba. Contacto: el texto y la lista empiezan arriba.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73568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4608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centro: la cabecera, el Hero y cada tarjeta de contacto.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0" y="5138928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73568" y="5193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flex-end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54498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1, anchos fijos y flex-wrap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los ítems: cuánto crecen, cuánto miden y si bajan de línea.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6751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Ítems con flex: 1, ancho fijo y colum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528816" cy="35112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2615184"/>
            <a:ext cx="4069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1" descr="Un menú sin flex-wrap y con flex-wr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2688336"/>
            <a:ext cx="3922776" cy="22311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98080" y="5138928"/>
            <a:ext cx="4069080" cy="1133856"/>
          </a:xfrm>
          <a:prstGeom prst="roundRect">
            <a:avLst>
              <a:gd name="adj" fmla="val 8065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99248" y="52303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</a:t>
            </a:r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Llenar el contenedor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0 0 480px</a:t>
            </a:r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Ancho fijo 480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</a:t>
            </a:r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Ajustar al contenido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Disposición automática es Flexbox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del panel derecho de Figma tiene su propiedad en CSS.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6151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automática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35808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151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16382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16382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→ o ↓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16382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1638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71246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7124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124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2611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Auto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035808" y="42611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2611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48097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035808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809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035808" y="53583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53583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26151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26151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fijo · Altura fija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26151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· height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16382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316382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el contenedor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613648" y="316382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31638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371246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19088" y="371246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al contenido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37124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37124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nada: es lo normal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426110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42611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613648" y="42611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961120" y="42611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480974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19088" y="48097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contenido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613648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961120" y="4809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overflow: hidden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53583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19088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en modo Llenar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613648" y="53583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961120" y="53583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marco con Disposición automática dentro de otro es un contenedor flex dentro de otro: un ítem que también es contenedor.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FLEXBOX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Hero: flex dentro de flex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marcos que tienes en Figma, ahora como contenedores flex.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151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6151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· gap 64 · centro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43000" y="3163824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.hero-left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16382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· columna · gap 32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0" y="371246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37124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.hero-actions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7124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· gap 16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4261104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.hero-right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26110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· max-width 520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0" y="480974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0" y="4809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.code-header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809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· space-between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48840" y="5358384"/>
            <a:ext cx="36118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5358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.window-controls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53583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· gap 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2615184"/>
            <a:ext cx="5577840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24" name="Image 0" descr="El Hero Section termin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2688336"/>
            <a:ext cx="5431536" cy="299008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40080" y="594360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 marco con Disposición automática en tu Figma (Pasos 6 al 9).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y columnas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fr y repeat()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¿Flexbox o Grid?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GRID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filas y columnas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ordena a los hijos en una rejilla. Tú decides las columnas.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846320" cy="1920240"/>
          </a:xfrm>
          <a:prstGeom prst="roundRect">
            <a:avLst>
              <a:gd name="adj" fmla="val 476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3891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repeat(2, 1fr);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24px;       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Espacio 24 */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2615184"/>
            <a:ext cx="5897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Proyectos en dos columnas igu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688336"/>
            <a:ext cx="5751576" cy="20482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4709160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47091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47091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columnas y cuánto mide cada una.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5166360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5166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5166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entre columnas y entre filas.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5623560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6235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hijos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5623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colocan solos, celda por celda, de izquierda a derecha.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4983480"/>
            <a:ext cx="5897880" cy="1005840"/>
          </a:xfrm>
          <a:prstGeom prst="roundRect">
            <a:avLst>
              <a:gd name="adj" fmla="val 909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80176" y="4983480"/>
            <a:ext cx="5276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tarjetas miden lo mismo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una tenga más texto: la rejilla reparte el ancho, no el contenido.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GRID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fr y repeat()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es una fracción del espacio libre. Se puede mezclar con medidas fijas.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577840" cy="3456432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Cuatro rejillas con distintas colum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31536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261518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01968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01968" y="29626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columnas iguales.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348386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01968" y="3538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repeat(2, 1fr)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38313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mismo, sin repetir. Proyectos y el formulario.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435254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01968" y="4407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315px 1fr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47000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fija y otra con todo lo que sobra. La multimedia de Sobre mí.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522122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01968" y="5276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2fr 1fr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55686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mide el doble que la segunda.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GRID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que un hijo ocupe varias columnas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de la rejilla se numeran desde 1. La última también se llama -1.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Formulario en rejilla con los botones ocupando las dos colum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163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2615184"/>
            <a:ext cx="4434840" cy="2468880"/>
          </a:xfrm>
          <a:prstGeom prst="roundRect">
            <a:avLst>
              <a:gd name="adj" fmla="val 370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2779776"/>
            <a:ext cx="39776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.form-grid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repeat(2, 1fr);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24px;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.form-actions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grid-column: 1 / -1;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303520"/>
            <a:ext cx="10927080" cy="685800"/>
          </a:xfrm>
          <a:prstGeom prst="roundRect">
            <a:avLst>
              <a:gd name="adj" fmla="val 1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5303520"/>
            <a:ext cx="10305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1 / -1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«desde la primera línea hasta la última»: el párrafo de los botones ocupa toda la fila, tenga la rejilla dos o tres columnas.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GRID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¿Flexbox o Grid?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conviven en la misma página. Elige según la forma del problema.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Flexbox: una dimensión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o una columna de elementos.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mide lo que su contenido, o crece con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portafolio: cabecera, menú, Hero, botones, tarjetas de contacto y pie.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dos dimensiones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y columnas que deben alinearse.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se definen en el padre, con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portafolio: la cuadrícula de proyectos, el formulario y la multimedia.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10927080" cy="822960"/>
          </a:xfrm>
          <a:prstGeom prst="roundRect">
            <a:avLst>
              <a:gd name="adj" fmla="val 1111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5029200"/>
            <a:ext cx="10305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rápida: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diseño es una sola fila o columna de cosas? Flexbox. ¿Es una cuadrícula de piezas iguales? Grid. Si dudas, empieza con Flexbox: es lo que hace Figma.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terminamos el diseño en Figma (Pasos 12 al 14) y construimos el Hero. Ten abiertos tu carpeta y tu archivo de Figma.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47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Contacto, pie e imágenes (Pasos 12 al 14)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está en la Guía de Figma de la sesión. Con esto tu diseño queda completo.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contact-section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valores que Sobre mí y Proyectos: Flujo vertical, Espaciado 80 y 100, Espacio 48.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contact-text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Contacto en Outfit ExtraBold 36 y el texto, en un marco en Llenar el contenedor.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contact-card ×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520 × 84, Espaciado 20, Espacio 16, Radio 8 y un círculo de 44 × 44.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contact-content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los dos lados con Flujo horizontal y Espacio 64.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footer-wrapper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fija 182, Espaciado 80 y 48, Espacio 24 y Trazo solo superior.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14 · Imágenes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Relleno, Sólido pasa a Imagen en modo Llenar. Solo las dos tarjetas de proyectos.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final: mi-portafolio en Ajustar al contenido para ver su altura real, y de vuelta a Altura fija 2816.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47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pie: del panel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cada marco y lee su Disposición automática.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contact-content · Flujo →, Espacio 64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 gap: 64px;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contact-list · Flujo ↓, Ancho fijo 520, Espacio 16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0 0 520px;  flex-direction: column;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contact-card · Espaciado 20, Alineación centro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20px;  align-items: center;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44 × 44, Relleno 06B6C4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44px;  border-radius: 50%;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footer-wrapper · Flujo ↓, centro, Espacio 24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 column;  gap: 24px;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en modo Llenar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cover;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47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EL HERO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Hero: las medidas que usarás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6 al 9 del manual. Si tu CSS no coincide con tu Figma, manda Figma.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index.css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hero-section · Espacio 64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64px;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hero-section · Espaciado 160 · 80 · 100 · 80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160px 80px 100px 80px;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hero-left · Ancho 696 y Espacio 32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696px;   gap: 32px;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· Outfit ExtraBold 64, altura 110 %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64px;   line-height: 1.1;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· Espaciado 14 y 24, Radio 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14px 24px;   border-radius: 8px;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hero-right · Ancho 520, Radio 12, Recortar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520px;   overflow: hidden;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47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EL HERO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el HTML del 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&lt;main&gt; de index.html. Cada div tiene el nombre de su capa en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class="hero-section"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class="hero-left"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 class="hero-title"&gt;Formando a la próxima…&lt;/h2&gt;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class="hero-description"&gt;Docente e Ingeniero…&lt;/p&gt;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class="hero-actions"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href="mis-proyectos.html" class="btn btn-primary"&gt;…&lt;/a&gt;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href="contactame.html" class="btn btn-secondary"&gt;…&lt;/a&gt;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class="hero-right"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class="code-card"&gt;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class="code-header"&gt; … &lt;/div&gt;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&lt;pre class="code-body"&gt;&lt;code&gt;…&lt;/code&gt;&lt;/pre&gt;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index.css, después de global y header.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32141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section.hero-section dentro de main.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8130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h2, párrafo y botones.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44119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enlaces con la clase btn.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96528" y="50109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de código.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560984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completo está en la guía, Paso 1.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47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EL HERO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index.css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las dos columnas; después la columna izquierda y los botones.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64px;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160px 80px 100px 80px;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1440px;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.hero-left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696px;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column;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32px;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.hero-actions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display: flex; gap: 16px;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.hero-section: display flex y gap 64.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32141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alinea las columnas.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8130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con los cuatro valores de Figma.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44119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.hero-left: flex 1 y flex-direction column.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96528" y="50109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.hero-actions en fila con gap 16.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560984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.btn, .btn-primary y .btn-secondary.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47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EL HERO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de código: tres flex anidados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valores del Paso 9 del manual.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.code-card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var(--color-border);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var(--radius-md);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overflow: hidden;        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Recortar contenido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.code-header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Espacio Auto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12px 16px;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.window-controls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display: flex; gap: 8px;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10px; height: 10px;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50%;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inline-block;   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un span no acepta width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2496312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El Hero Section termin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688336"/>
            <a:ext cx="4288536" cy="23500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0" y="5257800"/>
            <a:ext cx="4434840" cy="886968"/>
          </a:xfrm>
          <a:prstGeom prst="roundRect">
            <a:avLst>
              <a:gd name="adj" fmla="val 1030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3216" y="5257800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celular: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media query cambia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dos columnas se apilan. Lo verás a fondo en la sesión 12.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PÁGINAS INTERIORES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 y Proyectos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caja de 1440; después las dos columnas.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639312"/>
          </a:xfrm>
          <a:prstGeom prst="roundRect">
            <a:avLst>
              <a:gd name="adj" fmla="val 251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89204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1440px;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6.25rem 5rem;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.about-content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64px;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.about-text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flex: 1;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.about-content aside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flex: 0 0 480px;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repeat(2, 1fr);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24px;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2615184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Sobre mí a dos colum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688336"/>
            <a:ext cx="5248656" cy="15910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4462272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0" name="Image 1" descr="Proyectos en reji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4535424"/>
            <a:ext cx="5248656" cy="17739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PÁGINAS INTERIORES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de proyecto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de borde a borde y el texto con Espaciado 24.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852160" cy="3200400"/>
          </a:xfrm>
          <a:prstGeom prst="roundRect">
            <a:avLst>
              <a:gd name="adj" fmla="val 285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949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.project-card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     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gana a «article»: es una clase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overflow: hidden;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Recortar contenido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.project-image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block; 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sin hueco debajo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220px;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modo Llenar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0;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.project-text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padding: 24px; 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75120" y="2615184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76288" y="2670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overflow: hidden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76288" y="2944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respeta las esquinas redondeadas de la tarjeta.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3438144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76288" y="34930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 la caja de 220 sin deformarse: lo que sobra se recorta.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4261104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block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4590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es inline y deja un hueco de unos píxeles debajo.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5138928"/>
            <a:ext cx="4892040" cy="676656"/>
          </a:xfrm>
          <a:prstGeom prst="roundRect">
            <a:avLst>
              <a:gd name="adj" fmla="val 135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86016" y="5138928"/>
            <a:ext cx="4270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del paquete: </a:t>
            </a:r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vistas de ejemplo de 1256 × 440. Cámbialas por capturas de tus proyectos cuando las tengas.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PÁGINAS INTERIORES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Contacto y el formulario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25 minutos. Sigue el Paso 6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contact-section, contact-content, contact-text, contact-list y contact-card en el HTML.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lados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.contact-content con display: flex y gap: 64px; .contact-text con flex: 1.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.contact-list: flex 0 0 520px, en columna, gap 16.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.contact-card en fila, centrada, padding 20, borde y radio 8.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círculo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× 44, border-radius 50% y flex para centrar la letra.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.form-grid con dos columnas y .form-actions con grid-column: 1 / -1.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la rejilla de la multimedia en Sobre mí, con grid-template-columns: 315px 1fr.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47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PÁGINAS INTERIORES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Compruébalo en el celular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DevTools, pulsa Ctrl + Shift + M y elige un teléfono. Ninguna página debe desplazarse hacia los lados.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615184"/>
            <a:ext cx="1874520" cy="3246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Inicio: el Hero se api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60904"/>
            <a:ext cx="178308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el Hero se apila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17520" y="2615184"/>
            <a:ext cx="1874520" cy="3246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9" name="Image 1" descr="Proyectos: una colum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660904"/>
            <a:ext cx="1783080" cy="3154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26080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Proyectos: una columna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166360" y="2615184"/>
            <a:ext cx="1874520" cy="3246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2" name="Image 2" descr="Contacto: la lista debaj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660904"/>
            <a:ext cx="1783080" cy="31546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4920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la lista debajo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406640" y="2615184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63524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ya funciona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3127248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media queries de la guía cambian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rejillas a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medidas usan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cajas pueden encogerse.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y los videos tienen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47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47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contenido, padding, borde y margen en DevTools.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box-sizing: border-box hace que las medidas sean las de Figma.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cuándo un elemento es block, inline o inline-block.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display: flex en el contenedor, no en los hijos.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hacen justify-content y align-items en una fila y en una columna.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hacer que una columna llene el espacio y otra tenga ancho fijo.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repartir tarjetas en columnas iguales con Grid y fr.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leer una Disposición automática de Figma y escribirla en CSS.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47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¿Flex o Grid?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uso para mis tarjetas?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se alinea?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justify-content y no pasa nada.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¿margin o gap?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separa mejor los elementos?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desborda?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 aparece una barra lateral.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maquetación no sale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que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 en el padre, la dirección del eje (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los anchos fijos sin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y, al final, la caja en DevTools: el modo de inspección resalta flex y grid con etiquetas.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47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el Hero (index.html e index.css) y Proyectos con Grid.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Sobre mí y Contacto a dos columnas; el formulario, a rejilla.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en DevTools que ninguna página se desplace hacia los lados en el celular.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Pasos 12 al 14 y la revisión final de la página.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HTML y el CSS sin errores y publica en Netlify.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captura del validador W3C sin errores.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47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47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etiqueta es una caja: contenido, padding, borde y margen.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ancho incluye el padding y el borde, como en Figma.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 si una caja ocupa la línea entera, va en el texto o ordena a sus hijos.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ordena en una dimensión: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eje principal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cruzado.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Llenar el contenedor;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0 0 480px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Ancho fijo.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ordena en dos dimensiones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unidad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Disposición automática de Figma se escribe como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está completo en Figma y tu portafolio ya tiene su distribución.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tiene estructura, estilos y distribución.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Selectores, cascada, color y bordes.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 y Grid.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y transiciones.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y el Taller TA2.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su sistema de grillas.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sesión 11: trae tu portafolio publicado con el Hero y las dos columnas. Le daremos movimiento con transiciones. Ojo: el jueves 22 es el Taller TA2, sobre diseño responsivo.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10 · Maquetación: modelo de caja, Flexbox y Grid</dc:title>
  <dc:subject>Curso de Diseño Web</dc:subject>
  <dc:creator>Ing. Dagner Anibal Chuman Lluen</dc:creator>
  <cp:lastModifiedBy>Ing. Dagner Anibal Chuman Lluen</cp:lastModifiedBy>
  <cp:revision>1</cp:revision>
  <dcterms:created xsi:type="dcterms:W3CDTF">2026-10-08T22:37:54Z</dcterms:created>
  <dcterms:modified xsi:type="dcterms:W3CDTF">2026-10-08T22:37:54Z</dcterms:modified>
</cp:coreProperties>
</file>