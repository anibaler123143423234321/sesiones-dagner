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theme/theme3.xml" ContentType="application/vnd.openxmlformats-officedocument.theme+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95" r:id="rId3"/>
    <p:sldMasterId id="2147483735" r:id="rId4"/>
  </p:sldMasterIdLst>
  <p:notesMasterIdLst>
    <p:notesMasterId r:id="rId28"/>
  </p:notesMasterIdLst>
  <p:sldIdLst>
    <p:sldId id="257" r:id="rId5"/>
    <p:sldId id="263" r:id="rId6"/>
    <p:sldId id="560" r:id="rId7"/>
    <p:sldId id="559" r:id="rId8"/>
    <p:sldId id="561" r:id="rId9"/>
    <p:sldId id="279" r:id="rId10"/>
    <p:sldId id="280" r:id="rId11"/>
    <p:sldId id="562" r:id="rId12"/>
    <p:sldId id="563" r:id="rId13"/>
    <p:sldId id="564" r:id="rId14"/>
    <p:sldId id="536" r:id="rId15"/>
    <p:sldId id="538" r:id="rId16"/>
    <p:sldId id="537" r:id="rId17"/>
    <p:sldId id="539" r:id="rId18"/>
    <p:sldId id="558" r:id="rId19"/>
    <p:sldId id="498" r:id="rId20"/>
    <p:sldId id="499" r:id="rId21"/>
    <p:sldId id="540" r:id="rId22"/>
    <p:sldId id="500" r:id="rId23"/>
    <p:sldId id="553" r:id="rId24"/>
    <p:sldId id="523" r:id="rId25"/>
    <p:sldId id="541" r:id="rId26"/>
    <p:sldId id="258" r:id="rId27"/>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C2193"/>
    <a:srgbClr val="F7F7F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4" autoAdjust="0"/>
    <p:restoredTop sz="96247" autoAdjust="0"/>
  </p:normalViewPr>
  <p:slideViewPr>
    <p:cSldViewPr snapToGrid="0">
      <p:cViewPr varScale="1">
        <p:scale>
          <a:sx n="78" d="100"/>
          <a:sy n="78" d="100"/>
        </p:scale>
        <p:origin x="878" y="72"/>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slideMaster" Target="slideMasters/slideMaster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PE"/>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C4D4F-02F1-4128-82AF-F7679EB9D8E5}" type="datetimeFigureOut">
              <a:rPr lang="es-PE" smtClean="0"/>
              <a:t>22/09/2026</a:t>
            </a:fld>
            <a:endParaRPr lang="es-PE"/>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PE"/>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PE"/>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498818-1391-4805-9C29-F0662F4A7854}" type="slidenum">
              <a:rPr lang="es-PE" smtClean="0"/>
              <a:t>‹Nº›</a:t>
            </a:fld>
            <a:endParaRPr lang="es-PE"/>
          </a:p>
        </p:txBody>
      </p:sp>
    </p:spTree>
    <p:extLst>
      <p:ext uri="{BB962C8B-B14F-4D97-AF65-F5344CB8AC3E}">
        <p14:creationId xmlns:p14="http://schemas.microsoft.com/office/powerpoint/2010/main" val="17210172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4.svg"/><Relationship Id="rId4" Type="http://schemas.openxmlformats.org/officeDocument/2006/relationships/image" Target="../media/image3.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12.svg"/><Relationship Id="rId4" Type="http://schemas.openxmlformats.org/officeDocument/2006/relationships/image" Target="../media/image11.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Master" Target="../slideMasters/slideMaster3.xml"/><Relationship Id="rId5" Type="http://schemas.openxmlformats.org/officeDocument/2006/relationships/image" Target="../media/image5.svg"/><Relationship Id="rId4" Type="http://schemas.openxmlformats.org/officeDocument/2006/relationships/image" Target="../media/image3.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6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17.svg"/><Relationship Id="rId4" Type="http://schemas.openxmlformats.org/officeDocument/2006/relationships/image" Target="../media/image11.png"/></Relationships>
</file>

<file path=ppt/slideLayouts/_rels/slideLayout75.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 Id="rId5" Type="http://schemas.openxmlformats.org/officeDocument/2006/relationships/image" Target="../media/image18.svg"/><Relationship Id="rId4" Type="http://schemas.openxmlformats.org/officeDocument/2006/relationships/image" Target="../media/image13.png"/></Relationships>
</file>

<file path=ppt/slideLayouts/_rels/slideLayout7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8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9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9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9.png"/><Relationship Id="rId1" Type="http://schemas.openxmlformats.org/officeDocument/2006/relationships/slideMaster" Target="../slideMasters/slideMaster4.xml"/><Relationship Id="rId5" Type="http://schemas.openxmlformats.org/officeDocument/2006/relationships/image" Target="../media/image5.svg"/><Relationship Id="rId4" Type="http://schemas.openxmlformats.org/officeDocument/2006/relationships/image" Target="../media/image3.png"/></Relationships>
</file>

<file path=ppt/slideLayouts/_rels/slideLayout9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 Id="rId5" Type="http://schemas.openxmlformats.org/officeDocument/2006/relationships/image" Target="../media/image17.svg"/><Relationship Id="rId4" Type="http://schemas.openxmlformats.org/officeDocument/2006/relationships/image" Target="../media/image11.png"/></Relationships>
</file>

<file path=ppt/slideLayouts/_rels/slideLayout11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 Id="rId5" Type="http://schemas.openxmlformats.org/officeDocument/2006/relationships/image" Target="../media/image18.svg"/><Relationship Id="rId4" Type="http://schemas.openxmlformats.org/officeDocument/2006/relationships/image" Target="../media/image13.png"/></Relationships>
</file>

<file path=ppt/slideLayouts/_rels/slideLayout1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3.png"/><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6.png"/><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0A9044-76B1-D660-8DBF-F2F16B0118C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AD94A282-AB81-AF53-998D-8FAB02409D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5E54205B-C876-F8C4-D883-9E68781ED40D}"/>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47E94D33-FDE8-6449-705F-E556EF1EF071}"/>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CD630CF9-CD55-3BD0-79C3-E70AAAEA76E9}"/>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71477509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E559199-D081-4689-6C0F-26C081480CD8}"/>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98B26484-A586-DE59-81DA-9AE0971899BF}"/>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83DB8B84-50E3-3680-51B0-E997DAC402B4}"/>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475AA40F-A1AE-4DAB-8F62-65858B29BBF1}"/>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83D72374-BF0D-9199-0AE2-B02EF3813454}"/>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47523391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549AF9-55EC-C5C1-42C9-7D227AAF6294}"/>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CAA2B32A-2C66-856E-7956-ED257F397B7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0D82117E-953F-4F70-D94A-C0F2B9F3081D}"/>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5315B6E9-B354-9D39-F8CC-2B3721A2A1A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43A96CAC-C276-2C6D-50E0-118D678FF437}"/>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8257891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3DB5609-CFF7-FE91-93A8-017ADAC91653}"/>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C2E964A9-F609-80F6-2CBA-3D02F425D17F}"/>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222AF759-B10E-0B24-F52D-720377E5AEDA}"/>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DAA4FDCD-1E3B-1A51-8F25-3FF6CE7F3BB3}"/>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6" name="Marcador de pie de página 5">
            <a:extLst>
              <a:ext uri="{FF2B5EF4-FFF2-40B4-BE49-F238E27FC236}">
                <a16:creationId xmlns:a16="http://schemas.microsoft.com/office/drawing/2014/main" id="{A56B8827-6190-F9CB-340C-17290B494B7C}"/>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5AB46404-8C78-05E7-B250-ECAE370917FD}"/>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4170132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1749292-F847-1D24-4FD9-AD41568A7C2A}"/>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DAF671E2-D3A4-0F45-2A09-B8DADE12C0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F0FFBD18-2BF9-678E-0AC8-52B223120ADA}"/>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A3527B7E-E0F5-0A56-6D7C-76242207D8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DC8E62F8-AF94-079C-EF69-A765CB01435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0A648DA9-9673-35CC-FD69-59F6BD799F8E}"/>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8" name="Marcador de pie de página 7">
            <a:extLst>
              <a:ext uri="{FF2B5EF4-FFF2-40B4-BE49-F238E27FC236}">
                <a16:creationId xmlns:a16="http://schemas.microsoft.com/office/drawing/2014/main" id="{A5DE94D9-8533-ED00-B05C-81DE14EF0CD2}"/>
              </a:ext>
            </a:extLst>
          </p:cNvPr>
          <p:cNvSpPr>
            <a:spLocks noGrp="1"/>
          </p:cNvSpPr>
          <p:nvPr>
            <p:ph type="ftr" sz="quarter" idx="11"/>
          </p:nvPr>
        </p:nvSpPr>
        <p:spPr/>
        <p:txBody>
          <a:bodyPr/>
          <a:lstStyle/>
          <a:p>
            <a:endParaRPr lang="es-PE"/>
          </a:p>
        </p:txBody>
      </p:sp>
      <p:sp>
        <p:nvSpPr>
          <p:cNvPr id="9" name="Marcador de número de diapositiva 8">
            <a:extLst>
              <a:ext uri="{FF2B5EF4-FFF2-40B4-BE49-F238E27FC236}">
                <a16:creationId xmlns:a16="http://schemas.microsoft.com/office/drawing/2014/main" id="{14212A43-66F9-51AD-4D2C-731C9E48C579}"/>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8064034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3CED7A-3158-77DF-D71C-35AEE7E24999}"/>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B478F852-120E-6806-DC0E-4922223E549C}"/>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4" name="Marcador de pie de página 3">
            <a:extLst>
              <a:ext uri="{FF2B5EF4-FFF2-40B4-BE49-F238E27FC236}">
                <a16:creationId xmlns:a16="http://schemas.microsoft.com/office/drawing/2014/main" id="{37D40898-4A83-C494-208C-3BB983CA1B3C}"/>
              </a:ext>
            </a:extLst>
          </p:cNvPr>
          <p:cNvSpPr>
            <a:spLocks noGrp="1"/>
          </p:cNvSpPr>
          <p:nvPr>
            <p:ph type="ftr" sz="quarter" idx="11"/>
          </p:nvPr>
        </p:nvSpPr>
        <p:spPr/>
        <p:txBody>
          <a:bodyPr/>
          <a:lstStyle/>
          <a:p>
            <a:endParaRPr lang="es-PE"/>
          </a:p>
        </p:txBody>
      </p:sp>
      <p:sp>
        <p:nvSpPr>
          <p:cNvPr id="5" name="Marcador de número de diapositiva 4">
            <a:extLst>
              <a:ext uri="{FF2B5EF4-FFF2-40B4-BE49-F238E27FC236}">
                <a16:creationId xmlns:a16="http://schemas.microsoft.com/office/drawing/2014/main" id="{59B7A564-709D-A9B1-4784-A78D03A309C6}"/>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6747047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61ACFAF-7441-8EC2-04CF-09CD9E8337D3}"/>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3" name="Marcador de pie de página 2">
            <a:extLst>
              <a:ext uri="{FF2B5EF4-FFF2-40B4-BE49-F238E27FC236}">
                <a16:creationId xmlns:a16="http://schemas.microsoft.com/office/drawing/2014/main" id="{14FA7E49-6B88-6BC2-8C6D-9A071DBA32A1}"/>
              </a:ext>
            </a:extLst>
          </p:cNvPr>
          <p:cNvSpPr>
            <a:spLocks noGrp="1"/>
          </p:cNvSpPr>
          <p:nvPr>
            <p:ph type="ftr" sz="quarter" idx="11"/>
          </p:nvPr>
        </p:nvSpPr>
        <p:spPr/>
        <p:txBody>
          <a:bodyPr/>
          <a:lstStyle/>
          <a:p>
            <a:endParaRPr lang="es-PE"/>
          </a:p>
        </p:txBody>
      </p:sp>
      <p:sp>
        <p:nvSpPr>
          <p:cNvPr id="4" name="Marcador de número de diapositiva 3">
            <a:extLst>
              <a:ext uri="{FF2B5EF4-FFF2-40B4-BE49-F238E27FC236}">
                <a16:creationId xmlns:a16="http://schemas.microsoft.com/office/drawing/2014/main" id="{1A044BFD-EAF6-FB9F-F2A0-61F098F34A19}"/>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0961335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1A3095-751F-EE63-B505-F34F4EEBCD07}"/>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1059669-42C4-B318-496D-C5C68D2BED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0C890E18-79BE-170F-7FA5-0734B2427DB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F167D11A-ADB7-ACDC-6832-617038691D28}"/>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6" name="Marcador de pie de página 5">
            <a:extLst>
              <a:ext uri="{FF2B5EF4-FFF2-40B4-BE49-F238E27FC236}">
                <a16:creationId xmlns:a16="http://schemas.microsoft.com/office/drawing/2014/main" id="{2777EE52-07B8-7502-695C-6DF8A78DF435}"/>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CE3460CC-A376-5637-5998-D11D83D19CFA}"/>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42512350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8F389F-3435-A3CA-D8B5-31A600F7231D}"/>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9433BEFD-867B-5487-68C5-3F9B60292F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434278E2-9BED-AFAC-E024-EA1282F7B0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97DF14C5-21E9-B1BB-FAEB-95E5A017C8C0}"/>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6" name="Marcador de pie de página 5">
            <a:extLst>
              <a:ext uri="{FF2B5EF4-FFF2-40B4-BE49-F238E27FC236}">
                <a16:creationId xmlns:a16="http://schemas.microsoft.com/office/drawing/2014/main" id="{AC448983-4ED4-A1F6-ABA9-CD9634DF3784}"/>
              </a:ext>
            </a:extLst>
          </p:cNvPr>
          <p:cNvSpPr>
            <a:spLocks noGrp="1"/>
          </p:cNvSpPr>
          <p:nvPr>
            <p:ph type="ftr" sz="quarter" idx="11"/>
          </p:nvPr>
        </p:nvSpPr>
        <p:spPr/>
        <p:txBody>
          <a:bodyPr/>
          <a:lstStyle/>
          <a:p>
            <a:endParaRPr lang="es-PE"/>
          </a:p>
        </p:txBody>
      </p:sp>
      <p:sp>
        <p:nvSpPr>
          <p:cNvPr id="7" name="Marcador de número de diapositiva 6">
            <a:extLst>
              <a:ext uri="{FF2B5EF4-FFF2-40B4-BE49-F238E27FC236}">
                <a16:creationId xmlns:a16="http://schemas.microsoft.com/office/drawing/2014/main" id="{97065E54-4AF9-87DF-9439-3998BE78920B}"/>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9822141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1E92D63-E499-03F7-FB4D-93474D0C71E1}"/>
              </a:ext>
            </a:extLst>
          </p:cNvPr>
          <p:cNvSpPr>
            <a:spLocks noGrp="1"/>
          </p:cNvSpPr>
          <p:nvPr>
            <p:ph type="title"/>
          </p:nvPr>
        </p:nvSpPr>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2F4D4A8B-B230-AB87-D28F-47E1EF7566B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7804D0E4-B7E8-F53F-6E2B-AC40634D2FDC}"/>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470558D2-1230-7AE6-C0AB-8C24ADE1D2E0}"/>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B0E8A289-C61E-F62D-8E83-FAFD442204F7}"/>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3859743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2DD465E1-F8B5-FF8A-28AB-8CEAEC420DC5}"/>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5DBD6A3E-9027-3D05-9863-50913A2D897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48397731-A82C-21F2-2C4D-A190BB9F2693}"/>
              </a:ext>
            </a:extLst>
          </p:cNvPr>
          <p:cNvSpPr>
            <a:spLocks noGrp="1"/>
          </p:cNvSpPr>
          <p:nvPr>
            <p:ph type="dt" sz="half" idx="10"/>
          </p:nvPr>
        </p:nvSpPr>
        <p:spPr/>
        <p:txBody>
          <a:body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57838474-DFAA-E728-D9B9-DEFD399793B8}"/>
              </a:ext>
            </a:extLst>
          </p:cNvPr>
          <p:cNvSpPr>
            <a:spLocks noGrp="1"/>
          </p:cNvSpPr>
          <p:nvPr>
            <p:ph type="ftr" sz="quarter" idx="11"/>
          </p:nvPr>
        </p:nvSpPr>
        <p:spPr/>
        <p:txBody>
          <a:bodyPr/>
          <a:lstStyle/>
          <a:p>
            <a:endParaRPr lang="es-PE"/>
          </a:p>
        </p:txBody>
      </p:sp>
      <p:sp>
        <p:nvSpPr>
          <p:cNvPr id="6" name="Marcador de número de diapositiva 5">
            <a:extLst>
              <a:ext uri="{FF2B5EF4-FFF2-40B4-BE49-F238E27FC236}">
                <a16:creationId xmlns:a16="http://schemas.microsoft.com/office/drawing/2014/main" id="{E1089AF1-2426-4CC7-C36C-58F4C5A17947}"/>
              </a:ext>
            </a:extLst>
          </p:cNvPr>
          <p:cNvSpPr>
            <a:spLocks noGrp="1"/>
          </p:cNvSpPr>
          <p:nvPr>
            <p:ph type="sldNum" sz="quarter" idx="12"/>
          </p:nvPr>
        </p:nvSpPr>
        <p:spPr/>
        <p:txBody>
          <a:bodyPr/>
          <a:lstStyle/>
          <a:p>
            <a:fld id="{244433A7-2339-439A-AF51-9EFDA9A6041C}" type="slidenum">
              <a:rPr lang="es-PE" smtClean="0"/>
              <a:t>‹Nº›</a:t>
            </a:fld>
            <a:endParaRPr lang="es-PE"/>
          </a:p>
        </p:txBody>
      </p:sp>
    </p:spTree>
    <p:extLst>
      <p:ext uri="{BB962C8B-B14F-4D97-AF65-F5344CB8AC3E}">
        <p14:creationId xmlns:p14="http://schemas.microsoft.com/office/powerpoint/2010/main" val="27584383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772420144"/>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28014289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24450811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1891804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1634229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67726836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45533166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64273912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359320110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33387971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843002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0315136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3899025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92882771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8806678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24492267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79078432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8921880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36320895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4038637451"/>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810421513"/>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2744298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6162812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9847476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4082251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32643250"/>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73687188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3429680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978312145"/>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82638104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34648269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7310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2706079861"/>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137867422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©2026 Ellucian. Confidential and Proprietary</a:t>
            </a:r>
          </a:p>
        </p:txBody>
      </p:sp>
    </p:spTree>
    <p:extLst>
      <p:ext uri="{BB962C8B-B14F-4D97-AF65-F5344CB8AC3E}">
        <p14:creationId xmlns:p14="http://schemas.microsoft.com/office/powerpoint/2010/main" val="390171762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44259937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42399355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96329791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5433142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7415953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7515681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47410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4284211"/>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86016839"/>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88097034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079421282"/>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36052185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2172182350"/>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121137456"/>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951992351"/>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53064850"/>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426440042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08440926"/>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55776968"/>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622391317"/>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27949425"/>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662557742"/>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820904869"/>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244385238"/>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559339828"/>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1414988454"/>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12469461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43063698"/>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364217363"/>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97097550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69154784"/>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2967397493"/>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149676502"/>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57209407"/>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22-09-2026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71892588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1152941139"/>
      </p:ext>
    </p:extLst>
  </p:cSld>
  <p:clrMapOvr>
    <a:masterClrMapping/>
  </p:clrMapOvr>
  <p:extLst>
    <p:ext uri="{DCECCB84-F9BA-43D5-87BE-67443E8EF086}">
      <p15:sldGuideLst xmlns:p15="http://schemas.microsoft.com/office/powerpoint/2012/main"/>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392309472"/>
      </p:ext>
    </p:extLst>
  </p:cSld>
  <p:clrMapOvr>
    <a:masterClrMapping/>
  </p:clrMapOvr>
  <p:extLst>
    <p:ext uri="{DCECCB84-F9BA-43D5-87BE-67443E8EF086}">
      <p15:sldGuideLst xmlns:p15="http://schemas.microsoft.com/office/powerpoint/2012/main"/>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565288315"/>
      </p:ext>
    </p:extLst>
  </p:cSld>
  <p:clrMapOvr>
    <a:masterClrMapping/>
  </p:clrMapOvr>
  <p:extLst>
    <p:ext uri="{DCECCB84-F9BA-43D5-87BE-67443E8EF086}">
      <p15:sldGuideLst xmlns:p15="http://schemas.microsoft.com/office/powerpoint/2012/main"/>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cSld name="Headline-Copy">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6" name="Text Placeholder 5">
            <a:extLst>
              <a:ext uri="{FF2B5EF4-FFF2-40B4-BE49-F238E27FC236}">
                <a16:creationId xmlns:a16="http://schemas.microsoft.com/office/drawing/2014/main" id="{9D09DD77-3C7C-EEB6-765D-0ED3FE5F28B3}"/>
              </a:ext>
            </a:extLst>
          </p:cNvPr>
          <p:cNvSpPr>
            <a:spLocks noGrp="1"/>
          </p:cNvSpPr>
          <p:nvPr>
            <p:ph type="body" sz="quarter" idx="11"/>
          </p:nvPr>
        </p:nvSpPr>
        <p:spPr>
          <a:xfrm>
            <a:off x="522287" y="1056958"/>
            <a:ext cx="11122188" cy="510063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Tree>
    <p:extLst>
      <p:ext uri="{BB962C8B-B14F-4D97-AF65-F5344CB8AC3E}">
        <p14:creationId xmlns:p14="http://schemas.microsoft.com/office/powerpoint/2010/main" val="3909345052"/>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pic>
        <p:nvPicPr>
          <p:cNvPr id="2" name="Graphic 1">
            <a:extLst>
              <a:ext uri="{FF2B5EF4-FFF2-40B4-BE49-F238E27FC236}">
                <a16:creationId xmlns:a16="http://schemas.microsoft.com/office/drawing/2014/main" id="{5A8556FD-943F-2CA8-3B15-1C7401E71D1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Box 4">
            <a:extLst>
              <a:ext uri="{FF2B5EF4-FFF2-40B4-BE49-F238E27FC236}">
                <a16:creationId xmlns:a16="http://schemas.microsoft.com/office/drawing/2014/main" id="{C6B12A91-8583-2E4C-B1C8-7E1F64EF24C9}"/>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50100317"/>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Purple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bg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bg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bg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2" name="TextBox 1">
            <a:extLst>
              <a:ext uri="{FF2B5EF4-FFF2-40B4-BE49-F238E27FC236}">
                <a16:creationId xmlns:a16="http://schemas.microsoft.com/office/drawing/2014/main" id="{8F1688B8-4AFA-00EF-A18F-CE0BE044452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86436383"/>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Green Cover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Graphic 12">
            <a:extLst>
              <a:ext uri="{FF2B5EF4-FFF2-40B4-BE49-F238E27FC236}">
                <a16:creationId xmlns:a16="http://schemas.microsoft.com/office/drawing/2014/main" id="{E308F59C-932F-DFB8-2AAA-2B651473632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18" name="Text Placeholder 17">
            <a:extLst>
              <a:ext uri="{FF2B5EF4-FFF2-40B4-BE49-F238E27FC236}">
                <a16:creationId xmlns:a16="http://schemas.microsoft.com/office/drawing/2014/main" id="{9A07DC58-1A21-92BE-DFA2-CB4F91284969}"/>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19" name="Text Placeholder 17">
            <a:extLst>
              <a:ext uri="{FF2B5EF4-FFF2-40B4-BE49-F238E27FC236}">
                <a16:creationId xmlns:a16="http://schemas.microsoft.com/office/drawing/2014/main" id="{0A31E1B8-B722-2D65-909E-9A914A5A076E}"/>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20" name="Text Placeholder 17">
            <a:extLst>
              <a:ext uri="{FF2B5EF4-FFF2-40B4-BE49-F238E27FC236}">
                <a16:creationId xmlns:a16="http://schemas.microsoft.com/office/drawing/2014/main" id="{6E9C32C0-6005-3B19-7D13-32AC67121CFE}"/>
              </a:ext>
            </a:extLst>
          </p:cNvPr>
          <p:cNvSpPr>
            <a:spLocks noGrp="1"/>
          </p:cNvSpPr>
          <p:nvPr>
            <p:ph type="body" sz="quarter" idx="12" hasCustomPrompt="1"/>
          </p:nvPr>
        </p:nvSpPr>
        <p:spPr>
          <a:xfrm>
            <a:off x="556902" y="5609784"/>
            <a:ext cx="3032274" cy="398058"/>
          </a:xfrm>
        </p:spPr>
        <p:txBody>
          <a:bodyPr/>
          <a:lstStyle>
            <a:lvl1pPr marL="0" indent="0">
              <a:lnSpc>
                <a:spcPct val="110000"/>
              </a:lnSpc>
              <a:spcBef>
                <a:spcPts val="0"/>
              </a:spcBef>
              <a:spcAft>
                <a:spcPts val="0"/>
              </a:spcAft>
              <a:buNone/>
              <a:defRPr sz="1200" b="0">
                <a:solidFill>
                  <a:schemeClr val="tx1"/>
                </a:solidFill>
              </a:defRPr>
            </a:lvl1pPr>
          </a:lstStyle>
          <a:p>
            <a:pPr lvl="0"/>
            <a:r>
              <a:rPr lang="en-US" dirty="0"/>
              <a:t>First &amp; Last Name</a:t>
            </a:r>
            <a:br>
              <a:rPr lang="en-US" dirty="0"/>
            </a:br>
            <a:r>
              <a:rPr lang="en-US" dirty="0"/>
              <a:t>Job Title</a:t>
            </a:r>
          </a:p>
        </p:txBody>
      </p:sp>
      <p:sp>
        <p:nvSpPr>
          <p:cNvPr id="21" name="Text Placeholder 17">
            <a:extLst>
              <a:ext uri="{FF2B5EF4-FFF2-40B4-BE49-F238E27FC236}">
                <a16:creationId xmlns:a16="http://schemas.microsoft.com/office/drawing/2014/main" id="{48946FB4-67EB-F51C-A1FC-5421BE4D22B9}"/>
              </a:ext>
            </a:extLst>
          </p:cNvPr>
          <p:cNvSpPr>
            <a:spLocks noGrp="1"/>
          </p:cNvSpPr>
          <p:nvPr>
            <p:ph type="body" sz="quarter" idx="13" hasCustomPrompt="1"/>
          </p:nvPr>
        </p:nvSpPr>
        <p:spPr>
          <a:xfrm>
            <a:off x="556902" y="6230769"/>
            <a:ext cx="2228873" cy="194925"/>
          </a:xfrm>
        </p:spPr>
        <p:txBody>
          <a:bodyPr/>
          <a:lstStyle>
            <a:lvl1pPr marL="0" indent="0" algn="l">
              <a:lnSpc>
                <a:spcPct val="110000"/>
              </a:lnSpc>
              <a:spcBef>
                <a:spcPts val="0"/>
              </a:spcBef>
              <a:spcAft>
                <a:spcPts val="0"/>
              </a:spcAft>
              <a:buNone/>
              <a:defRPr sz="1200" b="0">
                <a:solidFill>
                  <a:schemeClr val="tx1"/>
                </a:solidFill>
              </a:defRPr>
            </a:lvl1pPr>
          </a:lstStyle>
          <a:p>
            <a:pPr lvl="0"/>
            <a:r>
              <a:rPr lang="en-US" dirty="0"/>
              <a:t>Month, Year</a:t>
            </a:r>
          </a:p>
        </p:txBody>
      </p:sp>
      <p:sp>
        <p:nvSpPr>
          <p:cNvPr id="12" name="Picture Placeholder 11">
            <a:extLst>
              <a:ext uri="{FF2B5EF4-FFF2-40B4-BE49-F238E27FC236}">
                <a16:creationId xmlns:a16="http://schemas.microsoft.com/office/drawing/2014/main" id="{8ED3A513-644B-6B1D-40F3-221E3E565B2F}"/>
              </a:ext>
            </a:extLst>
          </p:cNvPr>
          <p:cNvSpPr>
            <a:spLocks noGrp="1"/>
          </p:cNvSpPr>
          <p:nvPr>
            <p:ph type="pic" sz="quarter" idx="14" hasCustomPrompt="1"/>
          </p:nvPr>
        </p:nvSpPr>
        <p:spPr>
          <a:xfrm>
            <a:off x="6690226" y="573882"/>
            <a:ext cx="5501774" cy="5710237"/>
          </a:xfrm>
          <a:custGeom>
            <a:avLst/>
            <a:gdLst>
              <a:gd name="connsiteX0" fmla="*/ 0 w 5501774"/>
              <a:gd name="connsiteY0" fmla="*/ 0 h 5710237"/>
              <a:gd name="connsiteX1" fmla="*/ 2675908 w 5501774"/>
              <a:gd name="connsiteY1" fmla="*/ 0 h 5710237"/>
              <a:gd name="connsiteX2" fmla="*/ 2675908 w 5501774"/>
              <a:gd name="connsiteY2" fmla="*/ 1 h 5710237"/>
              <a:gd name="connsiteX3" fmla="*/ 5501774 w 5501774"/>
              <a:gd name="connsiteY3" fmla="*/ 1 h 5710237"/>
              <a:gd name="connsiteX4" fmla="*/ 5501774 w 5501774"/>
              <a:gd name="connsiteY4" fmla="*/ 1513523 h 5710237"/>
              <a:gd name="connsiteX5" fmla="*/ 2675908 w 5501774"/>
              <a:gd name="connsiteY5" fmla="*/ 1513523 h 5710237"/>
              <a:gd name="connsiteX6" fmla="*/ 2675908 w 5501774"/>
              <a:gd name="connsiteY6" fmla="*/ 2093595 h 5710237"/>
              <a:gd name="connsiteX7" fmla="*/ 4971924 w 5501774"/>
              <a:gd name="connsiteY7" fmla="*/ 2093595 h 5710237"/>
              <a:gd name="connsiteX8" fmla="*/ 4971924 w 5501774"/>
              <a:gd name="connsiteY8" fmla="*/ 3607117 h 5710237"/>
              <a:gd name="connsiteX9" fmla="*/ 2675908 w 5501774"/>
              <a:gd name="connsiteY9" fmla="*/ 3607117 h 5710237"/>
              <a:gd name="connsiteX10" fmla="*/ 2675908 w 5501774"/>
              <a:gd name="connsiteY10" fmla="*/ 4196715 h 5710237"/>
              <a:gd name="connsiteX11" fmla="*/ 5501774 w 5501774"/>
              <a:gd name="connsiteY11" fmla="*/ 4196715 h 5710237"/>
              <a:gd name="connsiteX12" fmla="*/ 5501774 w 5501774"/>
              <a:gd name="connsiteY12" fmla="*/ 5710237 h 5710237"/>
              <a:gd name="connsiteX13" fmla="*/ 2675908 w 5501774"/>
              <a:gd name="connsiteY13" fmla="*/ 5710237 h 5710237"/>
              <a:gd name="connsiteX14" fmla="*/ 1951722 w 5501774"/>
              <a:gd name="connsiteY14" fmla="*/ 5710237 h 5710237"/>
              <a:gd name="connsiteX15" fmla="*/ 0 w 5501774"/>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01774" h="5710237">
                <a:moveTo>
                  <a:pt x="0" y="0"/>
                </a:moveTo>
                <a:lnTo>
                  <a:pt x="2675908" y="0"/>
                </a:lnTo>
                <a:lnTo>
                  <a:pt x="2675908" y="1"/>
                </a:lnTo>
                <a:lnTo>
                  <a:pt x="5501774" y="1"/>
                </a:lnTo>
                <a:lnTo>
                  <a:pt x="5501774" y="1513523"/>
                </a:lnTo>
                <a:lnTo>
                  <a:pt x="2675908" y="1513523"/>
                </a:lnTo>
                <a:lnTo>
                  <a:pt x="2675908" y="2093595"/>
                </a:lnTo>
                <a:lnTo>
                  <a:pt x="4971924" y="2093595"/>
                </a:lnTo>
                <a:lnTo>
                  <a:pt x="4971924" y="3607117"/>
                </a:lnTo>
                <a:lnTo>
                  <a:pt x="2675908" y="3607117"/>
                </a:lnTo>
                <a:lnTo>
                  <a:pt x="2675908" y="4196715"/>
                </a:lnTo>
                <a:lnTo>
                  <a:pt x="5501774" y="4196715"/>
                </a:lnTo>
                <a:lnTo>
                  <a:pt x="5501774" y="5710237"/>
                </a:lnTo>
                <a:lnTo>
                  <a:pt x="2675908" y="5710237"/>
                </a:lnTo>
                <a:lnTo>
                  <a:pt x="1951722"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 name="TextBox 3">
            <a:extLst>
              <a:ext uri="{FF2B5EF4-FFF2-40B4-BE49-F238E27FC236}">
                <a16:creationId xmlns:a16="http://schemas.microsoft.com/office/drawing/2014/main" id="{D2E118B2-5580-3101-C2BB-4FB39252D744}"/>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729791299"/>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Dark Purple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noGrp="1" noRot="1" noMove="1" noResize="1" noEditPoints="1" noAdjustHandles="1" noChangeArrowheads="1" noChangeShapeType="1"/>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0A86818C-B6FC-21B3-0821-EE3D8DAE5AE3}"/>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2BC038CA-3E14-5783-3761-76D8A4C63EC0}"/>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0" name="Graphic 9">
            <a:extLst>
              <a:ext uri="{FF2B5EF4-FFF2-40B4-BE49-F238E27FC236}">
                <a16:creationId xmlns:a16="http://schemas.microsoft.com/office/drawing/2014/main" id="{A9D3FE11-F167-1622-761B-F4BFADB0B0E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EBAA974E-55D6-2A02-03A4-AAB7F36BF1B1}"/>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bg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69C30255-143C-EB1C-95B6-9319F7AB9F7D}"/>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bg1"/>
                </a:solidFill>
              </a:defRPr>
            </a:lvl1pPr>
          </a:lstStyle>
          <a:p>
            <a:pPr lvl="0"/>
            <a:r>
              <a:rPr lang="en-US" dirty="0"/>
              <a:t>Month, Year</a:t>
            </a:r>
          </a:p>
        </p:txBody>
      </p:sp>
      <p:sp>
        <p:nvSpPr>
          <p:cNvPr id="7" name="TextBox 6">
            <a:extLst>
              <a:ext uri="{FF2B5EF4-FFF2-40B4-BE49-F238E27FC236}">
                <a16:creationId xmlns:a16="http://schemas.microsoft.com/office/drawing/2014/main" id="{67E32664-E882-9D71-52FE-71612364F8CE}"/>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8000957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Warm Gray Cove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839227-1D94-2A38-E77C-5D1E1D0DD3A3}"/>
              </a:ext>
            </a:extLst>
          </p:cNvPr>
          <p:cNvSpPr>
            <a:spLocks/>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A2941D41-B5B7-CCE1-1B2C-89AAD5DACBE0}"/>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tx1"/>
                </a:solidFill>
              </a:defRPr>
            </a:lvl1pPr>
          </a:lstStyle>
          <a:p>
            <a:pPr lvl="0"/>
            <a:r>
              <a:rPr lang="en-US" dirty="0"/>
              <a:t>Headline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6600B585-62A4-8333-3077-9DD14A781807}"/>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11" name="Graphic 10">
            <a:extLst>
              <a:ext uri="{FF2B5EF4-FFF2-40B4-BE49-F238E27FC236}">
                <a16:creationId xmlns:a16="http://schemas.microsoft.com/office/drawing/2014/main" id="{21C3DEEA-3CCE-EBD2-6CE3-835C44C810E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2" name="Text Placeholder 17">
            <a:extLst>
              <a:ext uri="{FF2B5EF4-FFF2-40B4-BE49-F238E27FC236}">
                <a16:creationId xmlns:a16="http://schemas.microsoft.com/office/drawing/2014/main" id="{74440542-6D19-B6BD-7831-2A113C1E6A79}"/>
              </a:ext>
            </a:extLst>
          </p:cNvPr>
          <p:cNvSpPr>
            <a:spLocks noGrp="1"/>
          </p:cNvSpPr>
          <p:nvPr>
            <p:ph type="body" sz="quarter" idx="12" hasCustomPrompt="1"/>
          </p:nvPr>
        </p:nvSpPr>
        <p:spPr>
          <a:xfrm>
            <a:off x="556902" y="5458457"/>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4" name="Text Placeholder 17">
            <a:extLst>
              <a:ext uri="{FF2B5EF4-FFF2-40B4-BE49-F238E27FC236}">
                <a16:creationId xmlns:a16="http://schemas.microsoft.com/office/drawing/2014/main" id="{30B08173-A7BE-6F86-6CDE-43EC9BEEB3CB}"/>
              </a:ext>
            </a:extLst>
          </p:cNvPr>
          <p:cNvSpPr>
            <a:spLocks noGrp="1"/>
          </p:cNvSpPr>
          <p:nvPr>
            <p:ph type="body" sz="quarter" idx="13" hasCustomPrompt="1"/>
          </p:nvPr>
        </p:nvSpPr>
        <p:spPr>
          <a:xfrm>
            <a:off x="556901" y="6253018"/>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8" name="TextBox 7">
            <a:extLst>
              <a:ext uri="{FF2B5EF4-FFF2-40B4-BE49-F238E27FC236}">
                <a16:creationId xmlns:a16="http://schemas.microsoft.com/office/drawing/2014/main" id="{AC9D9DE1-FE9F-14AE-4A3F-F4173038006F}"/>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414787368"/>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C2C Cover">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7">
            <a:extLst>
              <a:ext uri="{FF2B5EF4-FFF2-40B4-BE49-F238E27FC236}">
                <a16:creationId xmlns:a16="http://schemas.microsoft.com/office/drawing/2014/main" id="{52C18FF9-32C7-751D-36F8-EF5124DF2BE2}"/>
              </a:ext>
            </a:extLst>
          </p:cNvPr>
          <p:cNvSpPr>
            <a:spLocks noGrp="1"/>
          </p:cNvSpPr>
          <p:nvPr>
            <p:ph type="body" sz="quarter" idx="10" hasCustomPrompt="1"/>
          </p:nvPr>
        </p:nvSpPr>
        <p:spPr>
          <a:xfrm>
            <a:off x="556901" y="2294526"/>
            <a:ext cx="8313737" cy="1333891"/>
          </a:xfrm>
        </p:spPr>
        <p:txBody>
          <a:bodyPr/>
          <a:lstStyle>
            <a:lvl1pPr marL="0" indent="0">
              <a:lnSpc>
                <a:spcPct val="90000"/>
              </a:lnSpc>
              <a:spcBef>
                <a:spcPts val="0"/>
              </a:spcBef>
              <a:buNone/>
              <a:defRPr sz="48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23" name="Text Placeholder 17">
            <a:extLst>
              <a:ext uri="{FF2B5EF4-FFF2-40B4-BE49-F238E27FC236}">
                <a16:creationId xmlns:a16="http://schemas.microsoft.com/office/drawing/2014/main" id="{D8DE661F-53B2-6E8E-9238-FE6484215B1A}"/>
              </a:ext>
            </a:extLst>
          </p:cNvPr>
          <p:cNvSpPr>
            <a:spLocks noGrp="1"/>
          </p:cNvSpPr>
          <p:nvPr>
            <p:ph type="body" sz="quarter" idx="11" hasCustomPrompt="1"/>
          </p:nvPr>
        </p:nvSpPr>
        <p:spPr>
          <a:xfrm>
            <a:off x="556901" y="3806151"/>
            <a:ext cx="8313737" cy="796180"/>
          </a:xfrm>
        </p:spPr>
        <p:txBody>
          <a:bodyPr/>
          <a:lstStyle>
            <a:lvl1pPr marL="0" indent="0">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omnis</a:t>
            </a:r>
            <a:r>
              <a:rPr lang="en-US" dirty="0"/>
              <a:t> </a:t>
            </a:r>
            <a:r>
              <a:rPr lang="en-US" dirty="0" err="1"/>
              <a:t>iste</a:t>
            </a:r>
            <a:r>
              <a:rPr lang="en-US" dirty="0"/>
              <a:t> </a:t>
            </a:r>
            <a:r>
              <a:rPr lang="en-US" dirty="0" err="1"/>
              <a:t>natus</a:t>
            </a:r>
            <a:r>
              <a:rPr lang="en-US" dirty="0"/>
              <a:t>.</a:t>
            </a:r>
          </a:p>
        </p:txBody>
      </p:sp>
      <p:pic>
        <p:nvPicPr>
          <p:cNvPr id="26" name="Graphic 25">
            <a:extLst>
              <a:ext uri="{FF2B5EF4-FFF2-40B4-BE49-F238E27FC236}">
                <a16:creationId xmlns:a16="http://schemas.microsoft.com/office/drawing/2014/main" id="{2590016B-4462-F023-25AF-B00C92853254}"/>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7C710057-3FB3-19E3-5D75-F018F116AE47}"/>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6" name="Text Placeholder 17">
            <a:extLst>
              <a:ext uri="{FF2B5EF4-FFF2-40B4-BE49-F238E27FC236}">
                <a16:creationId xmlns:a16="http://schemas.microsoft.com/office/drawing/2014/main" id="{C41EE674-4BC9-86D6-67E5-FF509240DDED}"/>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AE8FAC4F-619C-5E6B-F2B0-D001F5A51111}"/>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201102971"/>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C2C Cover Imag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FB2127B1-FA67-CE8D-CD90-41309DF1AC6C}"/>
              </a:ext>
            </a:extLst>
          </p:cNvPr>
          <p:cNvSpPr/>
          <p:nvPr/>
        </p:nvSpPr>
        <p:spPr>
          <a:xfrm>
            <a:off x="0" y="6282612"/>
            <a:ext cx="1418253" cy="57538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108B6B-C056-2E89-CB24-74221272E2EC}"/>
              </a:ext>
            </a:extLst>
          </p:cNvPr>
          <p:cNvSpPr/>
          <p:nvPr/>
        </p:nvSpPr>
        <p:spPr>
          <a:xfrm>
            <a:off x="0" y="650240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46737573-4583-0401-B46C-004DF090DAB6}"/>
              </a:ext>
            </a:extLst>
          </p:cNvPr>
          <p:cNvSpPr/>
          <p:nvPr/>
        </p:nvSpPr>
        <p:spPr>
          <a:xfrm>
            <a:off x="0" y="0"/>
            <a:ext cx="12192000" cy="3556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FBB43B24-12DD-1DD6-963C-7ADA857CCDC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56901" y="573882"/>
            <a:ext cx="2450374" cy="592930"/>
          </a:xfrm>
          <a:prstGeom prst="rect">
            <a:avLst/>
          </a:prstGeom>
        </p:spPr>
      </p:pic>
      <p:sp>
        <p:nvSpPr>
          <p:cNvPr id="5" name="Text Placeholder 17">
            <a:extLst>
              <a:ext uri="{FF2B5EF4-FFF2-40B4-BE49-F238E27FC236}">
                <a16:creationId xmlns:a16="http://schemas.microsoft.com/office/drawing/2014/main" id="{A39E11EF-D17E-E6F4-B66D-C68ABBCCF813}"/>
              </a:ext>
            </a:extLst>
          </p:cNvPr>
          <p:cNvSpPr>
            <a:spLocks noGrp="1"/>
          </p:cNvSpPr>
          <p:nvPr>
            <p:ph type="body" sz="quarter" idx="10" hasCustomPrompt="1"/>
          </p:nvPr>
        </p:nvSpPr>
        <p:spPr>
          <a:xfrm>
            <a:off x="556902" y="2249757"/>
            <a:ext cx="5427132" cy="1748877"/>
          </a:xfrm>
        </p:spPr>
        <p:txBody>
          <a:bodyPr/>
          <a:lstStyle>
            <a:lvl1pPr marL="0" indent="0">
              <a:lnSpc>
                <a:spcPct val="90000"/>
              </a:lnSpc>
              <a:spcBef>
                <a:spcPts val="0"/>
              </a:spcBef>
              <a:buNone/>
              <a:defRPr sz="42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64D279B7-3D21-DC76-5BCE-6A2D109B8EDB}"/>
              </a:ext>
            </a:extLst>
          </p:cNvPr>
          <p:cNvSpPr>
            <a:spLocks noGrp="1"/>
          </p:cNvSpPr>
          <p:nvPr>
            <p:ph type="body" sz="quarter" idx="11" hasCustomPrompt="1"/>
          </p:nvPr>
        </p:nvSpPr>
        <p:spPr>
          <a:xfrm>
            <a:off x="556902" y="4116116"/>
            <a:ext cx="5427132" cy="663515"/>
          </a:xfrm>
        </p:spPr>
        <p:txBody>
          <a:bodyPr/>
          <a:lstStyle>
            <a:lvl1pPr marL="0" indent="0">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3" name="Picture Placeholder 12">
            <a:extLst>
              <a:ext uri="{FF2B5EF4-FFF2-40B4-BE49-F238E27FC236}">
                <a16:creationId xmlns:a16="http://schemas.microsoft.com/office/drawing/2014/main" id="{04B738B6-E606-753D-F43C-ADBDF91B7E2D}"/>
              </a:ext>
            </a:extLst>
          </p:cNvPr>
          <p:cNvSpPr>
            <a:spLocks noGrp="1"/>
          </p:cNvSpPr>
          <p:nvPr>
            <p:ph type="pic" sz="quarter" idx="16" hasCustomPrompt="1"/>
          </p:nvPr>
        </p:nvSpPr>
        <p:spPr>
          <a:xfrm>
            <a:off x="6689725" y="355598"/>
            <a:ext cx="5502275" cy="6146801"/>
          </a:xfrm>
          <a:custGeom>
            <a:avLst/>
            <a:gdLst>
              <a:gd name="connsiteX0" fmla="*/ 0 w 5502275"/>
              <a:gd name="connsiteY0" fmla="*/ 0 h 6135556"/>
              <a:gd name="connsiteX1" fmla="*/ 5502275 w 5502275"/>
              <a:gd name="connsiteY1" fmla="*/ 0 h 6135556"/>
              <a:gd name="connsiteX2" fmla="*/ 5502275 w 5502275"/>
              <a:gd name="connsiteY2" fmla="*/ 218283 h 6135556"/>
              <a:gd name="connsiteX3" fmla="*/ 5502275 w 5502275"/>
              <a:gd name="connsiteY3" fmla="*/ 1268413 h 6135556"/>
              <a:gd name="connsiteX4" fmla="*/ 5502275 w 5502275"/>
              <a:gd name="connsiteY4" fmla="*/ 1731805 h 6135556"/>
              <a:gd name="connsiteX5" fmla="*/ 2676409 w 5502275"/>
              <a:gd name="connsiteY5" fmla="*/ 1731805 h 6135556"/>
              <a:gd name="connsiteX6" fmla="*/ 2676409 w 5502275"/>
              <a:gd name="connsiteY6" fmla="*/ 2311877 h 6135556"/>
              <a:gd name="connsiteX7" fmla="*/ 4972425 w 5502275"/>
              <a:gd name="connsiteY7" fmla="*/ 2311877 h 6135556"/>
              <a:gd name="connsiteX8" fmla="*/ 4972425 w 5502275"/>
              <a:gd name="connsiteY8" fmla="*/ 3825399 h 6135556"/>
              <a:gd name="connsiteX9" fmla="*/ 2676409 w 5502275"/>
              <a:gd name="connsiteY9" fmla="*/ 3825399 h 6135556"/>
              <a:gd name="connsiteX10" fmla="*/ 2676409 w 5502275"/>
              <a:gd name="connsiteY10" fmla="*/ 4414997 h 6135556"/>
              <a:gd name="connsiteX11" fmla="*/ 5502275 w 5502275"/>
              <a:gd name="connsiteY11" fmla="*/ 4414997 h 6135556"/>
              <a:gd name="connsiteX12" fmla="*/ 5502275 w 5502275"/>
              <a:gd name="connsiteY12" fmla="*/ 4867143 h 6135556"/>
              <a:gd name="connsiteX13" fmla="*/ 5502275 w 5502275"/>
              <a:gd name="connsiteY13" fmla="*/ 5928519 h 6135556"/>
              <a:gd name="connsiteX14" fmla="*/ 5502275 w 5502275"/>
              <a:gd name="connsiteY14" fmla="*/ 6135556 h 6135556"/>
              <a:gd name="connsiteX15" fmla="*/ 0 w 5502275"/>
              <a:gd name="connsiteY15" fmla="*/ 6135556 h 6135556"/>
              <a:gd name="connsiteX16" fmla="*/ 0 w 5502275"/>
              <a:gd name="connsiteY16" fmla="*/ 4867143 h 6135556"/>
              <a:gd name="connsiteX17" fmla="*/ 501 w 5502275"/>
              <a:gd name="connsiteY17" fmla="*/ 4867143 h 6135556"/>
              <a:gd name="connsiteX18" fmla="*/ 501 w 5502275"/>
              <a:gd name="connsiteY18" fmla="*/ 1268413 h 6135556"/>
              <a:gd name="connsiteX19" fmla="*/ 0 w 5502275"/>
              <a:gd name="connsiteY19" fmla="*/ 1268413 h 613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502275" h="6135556">
                <a:moveTo>
                  <a:pt x="0" y="0"/>
                </a:moveTo>
                <a:lnTo>
                  <a:pt x="5502275" y="0"/>
                </a:lnTo>
                <a:lnTo>
                  <a:pt x="5502275" y="218283"/>
                </a:lnTo>
                <a:lnTo>
                  <a:pt x="5502275" y="1268413"/>
                </a:lnTo>
                <a:lnTo>
                  <a:pt x="5502275" y="1731805"/>
                </a:lnTo>
                <a:lnTo>
                  <a:pt x="2676409" y="1731805"/>
                </a:lnTo>
                <a:lnTo>
                  <a:pt x="2676409" y="2311877"/>
                </a:lnTo>
                <a:lnTo>
                  <a:pt x="4972425" y="2311877"/>
                </a:lnTo>
                <a:lnTo>
                  <a:pt x="4972425" y="3825399"/>
                </a:lnTo>
                <a:lnTo>
                  <a:pt x="2676409" y="3825399"/>
                </a:lnTo>
                <a:lnTo>
                  <a:pt x="2676409" y="4414997"/>
                </a:lnTo>
                <a:lnTo>
                  <a:pt x="5502275" y="4414997"/>
                </a:lnTo>
                <a:lnTo>
                  <a:pt x="5502275" y="4867143"/>
                </a:lnTo>
                <a:lnTo>
                  <a:pt x="5502275" y="5928519"/>
                </a:lnTo>
                <a:lnTo>
                  <a:pt x="5502275" y="6135556"/>
                </a:lnTo>
                <a:lnTo>
                  <a:pt x="0" y="6135556"/>
                </a:lnTo>
                <a:lnTo>
                  <a:pt x="0" y="4867143"/>
                </a:lnTo>
                <a:lnTo>
                  <a:pt x="501" y="4867143"/>
                </a:lnTo>
                <a:lnTo>
                  <a:pt x="501" y="1268413"/>
                </a:lnTo>
                <a:lnTo>
                  <a:pt x="0" y="1268413"/>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10" name="Text Placeholder 17">
            <a:extLst>
              <a:ext uri="{FF2B5EF4-FFF2-40B4-BE49-F238E27FC236}">
                <a16:creationId xmlns:a16="http://schemas.microsoft.com/office/drawing/2014/main" id="{1E88AEE2-3A55-B667-5D40-BB6299F48205}"/>
              </a:ext>
            </a:extLst>
          </p:cNvPr>
          <p:cNvSpPr>
            <a:spLocks noGrp="1"/>
          </p:cNvSpPr>
          <p:nvPr>
            <p:ph type="body" sz="quarter" idx="12" hasCustomPrompt="1"/>
          </p:nvPr>
        </p:nvSpPr>
        <p:spPr>
          <a:xfrm>
            <a:off x="556902" y="5260553"/>
            <a:ext cx="3229036" cy="464486"/>
          </a:xfrm>
        </p:spPr>
        <p:txBody>
          <a:bodyPr/>
          <a:lstStyle>
            <a:lvl1pPr marL="0" indent="0">
              <a:lnSpc>
                <a:spcPct val="110000"/>
              </a:lnSpc>
              <a:spcBef>
                <a:spcPts val="0"/>
              </a:spcBef>
              <a:spcAft>
                <a:spcPts val="0"/>
              </a:spcAft>
              <a:buNone/>
              <a:defRPr sz="1400" b="0">
                <a:solidFill>
                  <a:schemeClr val="tx1"/>
                </a:solidFill>
              </a:defRPr>
            </a:lvl1pPr>
          </a:lstStyle>
          <a:p>
            <a:pPr lvl="0"/>
            <a:r>
              <a:rPr lang="en-US" dirty="0"/>
              <a:t>First &amp; Last Name</a:t>
            </a:r>
            <a:br>
              <a:rPr lang="en-US" dirty="0"/>
            </a:br>
            <a:r>
              <a:rPr lang="en-US" dirty="0"/>
              <a:t>Job Title</a:t>
            </a:r>
          </a:p>
        </p:txBody>
      </p:sp>
      <p:sp>
        <p:nvSpPr>
          <p:cNvPr id="11" name="Text Placeholder 17">
            <a:extLst>
              <a:ext uri="{FF2B5EF4-FFF2-40B4-BE49-F238E27FC236}">
                <a16:creationId xmlns:a16="http://schemas.microsoft.com/office/drawing/2014/main" id="{D376FEF2-D482-FF48-0E21-E85BCDCAE008}"/>
              </a:ext>
            </a:extLst>
          </p:cNvPr>
          <p:cNvSpPr>
            <a:spLocks noGrp="1"/>
          </p:cNvSpPr>
          <p:nvPr>
            <p:ph type="body" sz="quarter" idx="13" hasCustomPrompt="1"/>
          </p:nvPr>
        </p:nvSpPr>
        <p:spPr>
          <a:xfrm>
            <a:off x="556901" y="6055114"/>
            <a:ext cx="3229036" cy="227498"/>
          </a:xfrm>
        </p:spPr>
        <p:txBody>
          <a:bodyPr/>
          <a:lstStyle>
            <a:lvl1pPr marL="0" indent="0" algn="l">
              <a:lnSpc>
                <a:spcPct val="110000"/>
              </a:lnSpc>
              <a:spcBef>
                <a:spcPts val="0"/>
              </a:spcBef>
              <a:spcAft>
                <a:spcPts val="0"/>
              </a:spcAft>
              <a:buNone/>
              <a:defRPr sz="1400" b="0">
                <a:solidFill>
                  <a:schemeClr val="tx1"/>
                </a:solidFill>
              </a:defRPr>
            </a:lvl1pPr>
          </a:lstStyle>
          <a:p>
            <a:pPr lvl="0"/>
            <a:r>
              <a:rPr lang="en-US" dirty="0"/>
              <a:t>Month, Year</a:t>
            </a:r>
          </a:p>
        </p:txBody>
      </p:sp>
      <p:sp>
        <p:nvSpPr>
          <p:cNvPr id="7" name="TextBox 6">
            <a:extLst>
              <a:ext uri="{FF2B5EF4-FFF2-40B4-BE49-F238E27FC236}">
                <a16:creationId xmlns:a16="http://schemas.microsoft.com/office/drawing/2014/main" id="{E35B847D-2BA6-4533-FDD7-9CCF9A96A36C}"/>
              </a:ext>
            </a:extLst>
          </p:cNvPr>
          <p:cNvSpPr txBox="1"/>
          <p:nvPr/>
        </p:nvSpPr>
        <p:spPr>
          <a:xfrm>
            <a:off x="9347200" y="6562717"/>
            <a:ext cx="2658947"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9007523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Blank Footer">
    <p:spTree>
      <p:nvGrpSpPr>
        <p:cNvPr id="1" name=""/>
        <p:cNvGrpSpPr/>
        <p:nvPr/>
      </p:nvGrpSpPr>
      <p:grpSpPr>
        <a:xfrm>
          <a:off x="0" y="0"/>
          <a:ext cx="0" cy="0"/>
          <a:chOff x="0" y="0"/>
          <a:chExt cx="0" cy="0"/>
        </a:xfrm>
      </p:grpSpPr>
    </p:spTree>
    <p:extLst>
      <p:ext uri="{BB962C8B-B14F-4D97-AF65-F5344CB8AC3E}">
        <p14:creationId xmlns:p14="http://schemas.microsoft.com/office/powerpoint/2010/main" val="719585913"/>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Headline">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5" y="361822"/>
            <a:ext cx="11122188"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Tree>
    <p:extLst>
      <p:ext uri="{BB962C8B-B14F-4D97-AF65-F5344CB8AC3E}">
        <p14:creationId xmlns:p14="http://schemas.microsoft.com/office/powerpoint/2010/main" val="213034148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Content-01">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8599914" cy="278794"/>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229208"/>
            <a:ext cx="8599914" cy="597151"/>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012872"/>
            <a:ext cx="8599572"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25431651"/>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Content-02">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D20FA87A-09E8-BDB2-1C69-54F54B22BE31}"/>
              </a:ext>
            </a:extLst>
          </p:cNvPr>
          <p:cNvSpPr>
            <a:spLocks noGrp="1"/>
          </p:cNvSpPr>
          <p:nvPr>
            <p:ph type="body" sz="quarter" idx="15" hasCustomPrompt="1"/>
          </p:nvPr>
        </p:nvSpPr>
        <p:spPr>
          <a:xfrm>
            <a:off x="6303835" y="1763901"/>
            <a:ext cx="475720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6" name="Text Placeholder 8">
            <a:extLst>
              <a:ext uri="{FF2B5EF4-FFF2-40B4-BE49-F238E27FC236}">
                <a16:creationId xmlns:a16="http://schemas.microsoft.com/office/drawing/2014/main" id="{349B6786-5FA4-2087-2C3C-22F8A8E171CC}"/>
              </a:ext>
            </a:extLst>
          </p:cNvPr>
          <p:cNvSpPr>
            <a:spLocks noGrp="1"/>
          </p:cNvSpPr>
          <p:nvPr>
            <p:ph type="body" sz="quarter" idx="16" hasCustomPrompt="1"/>
          </p:nvPr>
        </p:nvSpPr>
        <p:spPr>
          <a:xfrm>
            <a:off x="6303835" y="2426711"/>
            <a:ext cx="4757205" cy="901850"/>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7" name="Text Placeholder 12">
            <a:extLst>
              <a:ext uri="{FF2B5EF4-FFF2-40B4-BE49-F238E27FC236}">
                <a16:creationId xmlns:a16="http://schemas.microsoft.com/office/drawing/2014/main" id="{86BD890A-D326-FD3F-EDA2-9599F756B623}"/>
              </a:ext>
            </a:extLst>
          </p:cNvPr>
          <p:cNvSpPr>
            <a:spLocks noGrp="1"/>
          </p:cNvSpPr>
          <p:nvPr>
            <p:ph type="body" sz="quarter" idx="17"/>
          </p:nvPr>
        </p:nvSpPr>
        <p:spPr>
          <a:xfrm>
            <a:off x="6303555" y="3529440"/>
            <a:ext cx="4757015"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1274978979"/>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Content-03">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9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9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6" name="Text Placeholder 17">
            <a:extLst>
              <a:ext uri="{FF2B5EF4-FFF2-40B4-BE49-F238E27FC236}">
                <a16:creationId xmlns:a16="http://schemas.microsoft.com/office/drawing/2014/main" id="{5A431E8C-C0AC-DBC9-2391-1C619D591E69}"/>
              </a:ext>
            </a:extLst>
          </p:cNvPr>
          <p:cNvSpPr>
            <a:spLocks noGrp="1"/>
          </p:cNvSpPr>
          <p:nvPr>
            <p:ph type="body" sz="quarter" idx="15" hasCustomPrompt="1"/>
          </p:nvPr>
        </p:nvSpPr>
        <p:spPr>
          <a:xfrm>
            <a:off x="439375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7" name="Text Placeholder 8">
            <a:extLst>
              <a:ext uri="{FF2B5EF4-FFF2-40B4-BE49-F238E27FC236}">
                <a16:creationId xmlns:a16="http://schemas.microsoft.com/office/drawing/2014/main" id="{7C89246B-18AE-5DA8-795F-679BD7C0617D}"/>
              </a:ext>
            </a:extLst>
          </p:cNvPr>
          <p:cNvSpPr>
            <a:spLocks noGrp="1"/>
          </p:cNvSpPr>
          <p:nvPr>
            <p:ph type="body" sz="quarter" idx="16" hasCustomPrompt="1"/>
          </p:nvPr>
        </p:nvSpPr>
        <p:spPr>
          <a:xfrm>
            <a:off x="439375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8" name="Text Placeholder 12">
            <a:extLst>
              <a:ext uri="{FF2B5EF4-FFF2-40B4-BE49-F238E27FC236}">
                <a16:creationId xmlns:a16="http://schemas.microsoft.com/office/drawing/2014/main" id="{4F617632-1F8F-2092-32FC-7367A36B4B50}"/>
              </a:ext>
            </a:extLst>
          </p:cNvPr>
          <p:cNvSpPr>
            <a:spLocks noGrp="1"/>
          </p:cNvSpPr>
          <p:nvPr>
            <p:ph type="body" sz="quarter" idx="17"/>
          </p:nvPr>
        </p:nvSpPr>
        <p:spPr>
          <a:xfrm>
            <a:off x="439347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9" name="Text Placeholder 17">
            <a:extLst>
              <a:ext uri="{FF2B5EF4-FFF2-40B4-BE49-F238E27FC236}">
                <a16:creationId xmlns:a16="http://schemas.microsoft.com/office/drawing/2014/main" id="{03C76AD3-B446-33B3-D6A6-D34A7B1A9CA9}"/>
              </a:ext>
            </a:extLst>
          </p:cNvPr>
          <p:cNvSpPr>
            <a:spLocks noGrp="1"/>
          </p:cNvSpPr>
          <p:nvPr>
            <p:ph type="body" sz="quarter" idx="18" hasCustomPrompt="1"/>
          </p:nvPr>
        </p:nvSpPr>
        <p:spPr>
          <a:xfrm>
            <a:off x="8264710" y="1763901"/>
            <a:ext cx="3217042"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20" name="Text Placeholder 8">
            <a:extLst>
              <a:ext uri="{FF2B5EF4-FFF2-40B4-BE49-F238E27FC236}">
                <a16:creationId xmlns:a16="http://schemas.microsoft.com/office/drawing/2014/main" id="{EA4DB68B-5ABD-7BD4-0D0C-E218D955694D}"/>
              </a:ext>
            </a:extLst>
          </p:cNvPr>
          <p:cNvSpPr>
            <a:spLocks noGrp="1"/>
          </p:cNvSpPr>
          <p:nvPr>
            <p:ph type="body" sz="quarter" idx="19" hasCustomPrompt="1"/>
          </p:nvPr>
        </p:nvSpPr>
        <p:spPr>
          <a:xfrm>
            <a:off x="8264710" y="2426711"/>
            <a:ext cx="3217042"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21" name="Text Placeholder 12">
            <a:extLst>
              <a:ext uri="{FF2B5EF4-FFF2-40B4-BE49-F238E27FC236}">
                <a16:creationId xmlns:a16="http://schemas.microsoft.com/office/drawing/2014/main" id="{9E284295-AA76-A820-A4B4-F649763A5346}"/>
              </a:ext>
            </a:extLst>
          </p:cNvPr>
          <p:cNvSpPr>
            <a:spLocks noGrp="1"/>
          </p:cNvSpPr>
          <p:nvPr>
            <p:ph type="body" sz="quarter" idx="20"/>
          </p:nvPr>
        </p:nvSpPr>
        <p:spPr>
          <a:xfrm>
            <a:off x="8264435" y="3740277"/>
            <a:ext cx="3216914" cy="989438"/>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46315618"/>
      </p:ext>
    </p:extLst>
  </p:cSld>
  <p:clrMapOvr>
    <a:masterClrMapping/>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Content-04">
    <p:spTree>
      <p:nvGrpSpPr>
        <p:cNvPr id="1" name=""/>
        <p:cNvGrpSpPr/>
        <p:nvPr/>
      </p:nvGrpSpPr>
      <p:grpSpPr>
        <a:xfrm>
          <a:off x="0" y="0"/>
          <a:ext cx="0" cy="0"/>
          <a:chOff x="0" y="0"/>
          <a:chExt cx="0" cy="0"/>
        </a:xfrm>
      </p:grpSpPr>
      <p:sp>
        <p:nvSpPr>
          <p:cNvPr id="2" name="Text Placeholder 17">
            <a:extLst>
              <a:ext uri="{FF2B5EF4-FFF2-40B4-BE49-F238E27FC236}">
                <a16:creationId xmlns:a16="http://schemas.microsoft.com/office/drawing/2014/main" id="{3081F721-E8A4-AE4D-5353-BF45B3173324}"/>
              </a:ext>
            </a:extLst>
          </p:cNvPr>
          <p:cNvSpPr>
            <a:spLocks noGrp="1"/>
          </p:cNvSpPr>
          <p:nvPr>
            <p:ph type="body" sz="quarter" idx="10" hasCustomPrompt="1"/>
          </p:nvPr>
        </p:nvSpPr>
        <p:spPr>
          <a:xfrm>
            <a:off x="522516" y="655578"/>
            <a:ext cx="11122186" cy="446084"/>
          </a:xfrm>
        </p:spPr>
        <p:txBody>
          <a:bodyPr wrap="square">
            <a:spAutoFit/>
          </a:bodyPr>
          <a:lstStyle>
            <a:lvl1pPr marL="0" indent="0">
              <a:lnSpc>
                <a:spcPct val="90000"/>
              </a:lnSpc>
              <a:spcBef>
                <a:spcPts val="0"/>
              </a:spcBef>
              <a:buNone/>
              <a:defRPr sz="3200" b="1">
                <a:solidFill>
                  <a:schemeClr val="accent1"/>
                </a:solidFill>
              </a:defRPr>
            </a:lvl1pPr>
          </a:lstStyle>
          <a:p>
            <a:pPr lvl="0"/>
            <a:r>
              <a:rPr lang="en-US" dirty="0"/>
              <a:t>Headline culpa qui official arum </a:t>
            </a:r>
            <a:r>
              <a:rPr lang="en-US" dirty="0" err="1"/>
              <a:t>quidem</a:t>
            </a:r>
            <a:r>
              <a:rPr lang="en-US" dirty="0"/>
              <a:t> rerum facilis</a:t>
            </a:r>
          </a:p>
        </p:txBody>
      </p:sp>
      <p:sp>
        <p:nvSpPr>
          <p:cNvPr id="3" name="Text Placeholder 17">
            <a:extLst>
              <a:ext uri="{FF2B5EF4-FFF2-40B4-BE49-F238E27FC236}">
                <a16:creationId xmlns:a16="http://schemas.microsoft.com/office/drawing/2014/main" id="{C7C69F1E-9805-AE5A-7142-CFC2C784AC58}"/>
              </a:ext>
            </a:extLst>
          </p:cNvPr>
          <p:cNvSpPr>
            <a:spLocks noGrp="1"/>
          </p:cNvSpPr>
          <p:nvPr>
            <p:ph type="body" sz="quarter" idx="11" hasCustomPrompt="1"/>
          </p:nvPr>
        </p:nvSpPr>
        <p:spPr>
          <a:xfrm>
            <a:off x="522516" y="361822"/>
            <a:ext cx="11122186" cy="227498"/>
          </a:xfrm>
        </p:spPr>
        <p:txBody>
          <a:bodyPr wrap="square">
            <a:spAutoFit/>
          </a:bodyPr>
          <a:lstStyle>
            <a:lvl1pPr marL="0" indent="0">
              <a:spcBef>
                <a:spcPts val="0"/>
              </a:spcBef>
              <a:buNone/>
              <a:defRPr sz="1400" b="1">
                <a:solidFill>
                  <a:schemeClr val="accent1"/>
                </a:solidFill>
              </a:defRPr>
            </a:lvl1pPr>
          </a:lstStyle>
          <a:p>
            <a:pPr lvl="0"/>
            <a:r>
              <a:rPr lang="en-US" dirty="0"/>
              <a:t>EYEBROW COPY BLANDITIIS PRAESENTIUM VOLUPTATUM</a:t>
            </a:r>
          </a:p>
        </p:txBody>
      </p:sp>
      <p:sp>
        <p:nvSpPr>
          <p:cNvPr id="5" name="Text Placeholder 17">
            <a:extLst>
              <a:ext uri="{FF2B5EF4-FFF2-40B4-BE49-F238E27FC236}">
                <a16:creationId xmlns:a16="http://schemas.microsoft.com/office/drawing/2014/main" id="{112D25B5-8051-9BC2-9889-36FD4D585FD1}"/>
              </a:ext>
            </a:extLst>
          </p:cNvPr>
          <p:cNvSpPr>
            <a:spLocks noGrp="1"/>
          </p:cNvSpPr>
          <p:nvPr>
            <p:ph type="body" sz="quarter" idx="12" hasCustomPrompt="1"/>
          </p:nvPr>
        </p:nvSpPr>
        <p:spPr>
          <a:xfrm>
            <a:off x="522786"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9" name="Text Placeholder 8">
            <a:extLst>
              <a:ext uri="{FF2B5EF4-FFF2-40B4-BE49-F238E27FC236}">
                <a16:creationId xmlns:a16="http://schemas.microsoft.com/office/drawing/2014/main" id="{EBC34DA4-0543-35F0-39E6-84A7B5877EED}"/>
              </a:ext>
            </a:extLst>
          </p:cNvPr>
          <p:cNvSpPr>
            <a:spLocks noGrp="1"/>
          </p:cNvSpPr>
          <p:nvPr>
            <p:ph type="body" sz="quarter" idx="13" hasCustomPrompt="1"/>
          </p:nvPr>
        </p:nvSpPr>
        <p:spPr>
          <a:xfrm>
            <a:off x="522786"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3" name="Text Placeholder 12">
            <a:extLst>
              <a:ext uri="{FF2B5EF4-FFF2-40B4-BE49-F238E27FC236}">
                <a16:creationId xmlns:a16="http://schemas.microsoft.com/office/drawing/2014/main" id="{99E36904-4452-1FE0-159B-0D75E562EAB9}"/>
              </a:ext>
            </a:extLst>
          </p:cNvPr>
          <p:cNvSpPr>
            <a:spLocks noGrp="1"/>
          </p:cNvSpPr>
          <p:nvPr>
            <p:ph type="body" sz="quarter" idx="14"/>
          </p:nvPr>
        </p:nvSpPr>
        <p:spPr>
          <a:xfrm>
            <a:off x="522515"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4" name="Text Placeholder 17">
            <a:extLst>
              <a:ext uri="{FF2B5EF4-FFF2-40B4-BE49-F238E27FC236}">
                <a16:creationId xmlns:a16="http://schemas.microsoft.com/office/drawing/2014/main" id="{A7841F65-A264-9942-011F-C0257234F038}"/>
              </a:ext>
            </a:extLst>
          </p:cNvPr>
          <p:cNvSpPr>
            <a:spLocks noGrp="1"/>
          </p:cNvSpPr>
          <p:nvPr>
            <p:ph type="body" sz="quarter" idx="15" hasCustomPrompt="1"/>
          </p:nvPr>
        </p:nvSpPr>
        <p:spPr>
          <a:xfrm>
            <a:off x="3370044"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6" name="Text Placeholder 8">
            <a:extLst>
              <a:ext uri="{FF2B5EF4-FFF2-40B4-BE49-F238E27FC236}">
                <a16:creationId xmlns:a16="http://schemas.microsoft.com/office/drawing/2014/main" id="{C15516F4-558F-C634-22F7-1F2C190C2A1A}"/>
              </a:ext>
            </a:extLst>
          </p:cNvPr>
          <p:cNvSpPr>
            <a:spLocks noGrp="1"/>
          </p:cNvSpPr>
          <p:nvPr>
            <p:ph type="body" sz="quarter" idx="16" hasCustomPrompt="1"/>
          </p:nvPr>
        </p:nvSpPr>
        <p:spPr>
          <a:xfrm>
            <a:off x="3370044"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7" name="Text Placeholder 12">
            <a:extLst>
              <a:ext uri="{FF2B5EF4-FFF2-40B4-BE49-F238E27FC236}">
                <a16:creationId xmlns:a16="http://schemas.microsoft.com/office/drawing/2014/main" id="{D46D04B0-DA90-F948-8623-D10B3ED438A3}"/>
              </a:ext>
            </a:extLst>
          </p:cNvPr>
          <p:cNvSpPr>
            <a:spLocks noGrp="1"/>
          </p:cNvSpPr>
          <p:nvPr>
            <p:ph type="body" sz="quarter" idx="17"/>
          </p:nvPr>
        </p:nvSpPr>
        <p:spPr>
          <a:xfrm>
            <a:off x="3369773"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8" name="Text Placeholder 17">
            <a:extLst>
              <a:ext uri="{FF2B5EF4-FFF2-40B4-BE49-F238E27FC236}">
                <a16:creationId xmlns:a16="http://schemas.microsoft.com/office/drawing/2014/main" id="{C45E5508-18D4-B8A0-9554-18C8CC7BA633}"/>
              </a:ext>
            </a:extLst>
          </p:cNvPr>
          <p:cNvSpPr>
            <a:spLocks noGrp="1"/>
          </p:cNvSpPr>
          <p:nvPr>
            <p:ph type="body" sz="quarter" idx="18" hasCustomPrompt="1"/>
          </p:nvPr>
        </p:nvSpPr>
        <p:spPr>
          <a:xfrm>
            <a:off x="6217771"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0" name="Text Placeholder 8">
            <a:extLst>
              <a:ext uri="{FF2B5EF4-FFF2-40B4-BE49-F238E27FC236}">
                <a16:creationId xmlns:a16="http://schemas.microsoft.com/office/drawing/2014/main" id="{9B9FC0B2-A2E1-EE23-DD92-95D99FB7FCBC}"/>
              </a:ext>
            </a:extLst>
          </p:cNvPr>
          <p:cNvSpPr>
            <a:spLocks noGrp="1"/>
          </p:cNvSpPr>
          <p:nvPr>
            <p:ph type="body" sz="quarter" idx="19" hasCustomPrompt="1"/>
          </p:nvPr>
        </p:nvSpPr>
        <p:spPr>
          <a:xfrm>
            <a:off x="6217771"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1" name="Text Placeholder 12">
            <a:extLst>
              <a:ext uri="{FF2B5EF4-FFF2-40B4-BE49-F238E27FC236}">
                <a16:creationId xmlns:a16="http://schemas.microsoft.com/office/drawing/2014/main" id="{9AD3BD22-757B-EEDC-2BED-851D01FAD009}"/>
              </a:ext>
            </a:extLst>
          </p:cNvPr>
          <p:cNvSpPr>
            <a:spLocks noGrp="1"/>
          </p:cNvSpPr>
          <p:nvPr>
            <p:ph type="body" sz="quarter" idx="20"/>
          </p:nvPr>
        </p:nvSpPr>
        <p:spPr>
          <a:xfrm>
            <a:off x="6217500"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
        <p:nvSpPr>
          <p:cNvPr id="12" name="Text Placeholder 17">
            <a:extLst>
              <a:ext uri="{FF2B5EF4-FFF2-40B4-BE49-F238E27FC236}">
                <a16:creationId xmlns:a16="http://schemas.microsoft.com/office/drawing/2014/main" id="{5E75D8B7-36BA-C036-3008-ED7181EA29CE}"/>
              </a:ext>
            </a:extLst>
          </p:cNvPr>
          <p:cNvSpPr>
            <a:spLocks noGrp="1"/>
          </p:cNvSpPr>
          <p:nvPr>
            <p:ph type="body" sz="quarter" idx="21" hasCustomPrompt="1"/>
          </p:nvPr>
        </p:nvSpPr>
        <p:spPr>
          <a:xfrm>
            <a:off x="9065399" y="1763901"/>
            <a:ext cx="247908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a:t>
            </a:r>
          </a:p>
        </p:txBody>
      </p:sp>
      <p:sp>
        <p:nvSpPr>
          <p:cNvPr id="14" name="Text Placeholder 8">
            <a:extLst>
              <a:ext uri="{FF2B5EF4-FFF2-40B4-BE49-F238E27FC236}">
                <a16:creationId xmlns:a16="http://schemas.microsoft.com/office/drawing/2014/main" id="{BD2C72CE-2AC1-03E8-EC6E-6628A5C8EE8B}"/>
              </a:ext>
            </a:extLst>
          </p:cNvPr>
          <p:cNvSpPr>
            <a:spLocks noGrp="1"/>
          </p:cNvSpPr>
          <p:nvPr>
            <p:ph type="body" sz="quarter" idx="22" hasCustomPrompt="1"/>
          </p:nvPr>
        </p:nvSpPr>
        <p:spPr>
          <a:xfrm>
            <a:off x="9065399" y="2426711"/>
            <a:ext cx="247908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a:t>
            </a:r>
          </a:p>
        </p:txBody>
      </p:sp>
      <p:sp>
        <p:nvSpPr>
          <p:cNvPr id="15" name="Text Placeholder 12">
            <a:extLst>
              <a:ext uri="{FF2B5EF4-FFF2-40B4-BE49-F238E27FC236}">
                <a16:creationId xmlns:a16="http://schemas.microsoft.com/office/drawing/2014/main" id="{C86AC0A8-2096-FDDC-FEAB-27E8D3456BF7}"/>
              </a:ext>
            </a:extLst>
          </p:cNvPr>
          <p:cNvSpPr>
            <a:spLocks noGrp="1"/>
          </p:cNvSpPr>
          <p:nvPr>
            <p:ph type="body" sz="quarter" idx="23"/>
          </p:nvPr>
        </p:nvSpPr>
        <p:spPr>
          <a:xfrm>
            <a:off x="9065128" y="3740277"/>
            <a:ext cx="2478986" cy="1294137"/>
          </a:xfrm>
        </p:spPr>
        <p:txBody>
          <a:bodyPr wrap="square">
            <a:spAutoFit/>
          </a:bodyPr>
          <a:lstStyle/>
          <a:p>
            <a:pPr lvl="0"/>
            <a:r>
              <a:rPr lang="es-ES"/>
              <a:t>Haga clic para modificar los estilos de texto del patrón</a:t>
            </a:r>
          </a:p>
          <a:p>
            <a:pPr lvl="1"/>
            <a:r>
              <a:rPr lang="es-ES"/>
              <a:t>Segundo nivel</a:t>
            </a:r>
          </a:p>
          <a:p>
            <a:pPr lvl="2"/>
            <a:r>
              <a:rPr lang="es-ES"/>
              <a:t>Tercer nivel</a:t>
            </a:r>
          </a:p>
        </p:txBody>
      </p:sp>
    </p:spTree>
    <p:extLst>
      <p:ext uri="{BB962C8B-B14F-4D97-AF65-F5344CB8AC3E}">
        <p14:creationId xmlns:p14="http://schemas.microsoft.com/office/powerpoint/2010/main" val="917827417"/>
      </p:ext>
    </p:extLst>
  </p:cSld>
  <p:clrMapOvr>
    <a:masterClrMapping/>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 Placeholder 7">
            <a:extLst>
              <a:ext uri="{FF2B5EF4-FFF2-40B4-BE49-F238E27FC236}">
                <a16:creationId xmlns:a16="http://schemas.microsoft.com/office/drawing/2014/main" id="{1CE7E595-5C3F-0BAF-330D-65E2AD801F66}"/>
              </a:ext>
            </a:extLst>
          </p:cNvPr>
          <p:cNvSpPr>
            <a:spLocks noGrp="1"/>
          </p:cNvSpPr>
          <p:nvPr>
            <p:ph type="body" sz="quarter" idx="18" hasCustomPrompt="1"/>
          </p:nvPr>
        </p:nvSpPr>
        <p:spPr>
          <a:xfrm>
            <a:off x="4571323" y="1133918"/>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9" name="Text Placeholder 7">
            <a:extLst>
              <a:ext uri="{FF2B5EF4-FFF2-40B4-BE49-F238E27FC236}">
                <a16:creationId xmlns:a16="http://schemas.microsoft.com/office/drawing/2014/main" id="{00B49552-BA81-9DEE-DBCE-F9356D66374D}"/>
              </a:ext>
            </a:extLst>
          </p:cNvPr>
          <p:cNvSpPr>
            <a:spLocks noGrp="1"/>
          </p:cNvSpPr>
          <p:nvPr>
            <p:ph type="body" sz="quarter" idx="19" hasCustomPrompt="1"/>
          </p:nvPr>
        </p:nvSpPr>
        <p:spPr>
          <a:xfrm>
            <a:off x="4571323" y="1793136"/>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0" name="Text Placeholder 7">
            <a:extLst>
              <a:ext uri="{FF2B5EF4-FFF2-40B4-BE49-F238E27FC236}">
                <a16:creationId xmlns:a16="http://schemas.microsoft.com/office/drawing/2014/main" id="{03CD231C-30AC-3339-A90C-FF099FDCE126}"/>
              </a:ext>
            </a:extLst>
          </p:cNvPr>
          <p:cNvSpPr>
            <a:spLocks noGrp="1"/>
          </p:cNvSpPr>
          <p:nvPr>
            <p:ph type="body" sz="quarter" idx="20" hasCustomPrompt="1"/>
          </p:nvPr>
        </p:nvSpPr>
        <p:spPr>
          <a:xfrm>
            <a:off x="4571323" y="2452355"/>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1" name="Text Placeholder 7">
            <a:extLst>
              <a:ext uri="{FF2B5EF4-FFF2-40B4-BE49-F238E27FC236}">
                <a16:creationId xmlns:a16="http://schemas.microsoft.com/office/drawing/2014/main" id="{8982B152-EDC0-3186-CD84-DAB96BF42494}"/>
              </a:ext>
            </a:extLst>
          </p:cNvPr>
          <p:cNvSpPr>
            <a:spLocks noGrp="1"/>
          </p:cNvSpPr>
          <p:nvPr>
            <p:ph type="body" sz="quarter" idx="21" hasCustomPrompt="1"/>
          </p:nvPr>
        </p:nvSpPr>
        <p:spPr>
          <a:xfrm>
            <a:off x="4571323" y="3111573"/>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8" name="Text Placeholder 7">
            <a:extLst>
              <a:ext uri="{FF2B5EF4-FFF2-40B4-BE49-F238E27FC236}">
                <a16:creationId xmlns:a16="http://schemas.microsoft.com/office/drawing/2014/main" id="{356610AF-C4CC-A0BF-AEC5-6E3BDD36D990}"/>
              </a:ext>
            </a:extLst>
          </p:cNvPr>
          <p:cNvSpPr>
            <a:spLocks noGrp="1"/>
          </p:cNvSpPr>
          <p:nvPr>
            <p:ph type="body" sz="quarter" idx="22" hasCustomPrompt="1"/>
          </p:nvPr>
        </p:nvSpPr>
        <p:spPr>
          <a:xfrm>
            <a:off x="4571323" y="3770791"/>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19" name="Text Placeholder 7">
            <a:extLst>
              <a:ext uri="{FF2B5EF4-FFF2-40B4-BE49-F238E27FC236}">
                <a16:creationId xmlns:a16="http://schemas.microsoft.com/office/drawing/2014/main" id="{71249665-4BF1-BC80-9E3E-27C6AC131E05}"/>
              </a:ext>
            </a:extLst>
          </p:cNvPr>
          <p:cNvSpPr>
            <a:spLocks noGrp="1"/>
          </p:cNvSpPr>
          <p:nvPr>
            <p:ph type="body" sz="quarter" idx="23" hasCustomPrompt="1"/>
          </p:nvPr>
        </p:nvSpPr>
        <p:spPr>
          <a:xfrm>
            <a:off x="4571323" y="4430010"/>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sp>
        <p:nvSpPr>
          <p:cNvPr id="20" name="Text Placeholder 7">
            <a:extLst>
              <a:ext uri="{FF2B5EF4-FFF2-40B4-BE49-F238E27FC236}">
                <a16:creationId xmlns:a16="http://schemas.microsoft.com/office/drawing/2014/main" id="{5AF120EB-8D6E-49DB-0DA5-20F61C819518}"/>
              </a:ext>
            </a:extLst>
          </p:cNvPr>
          <p:cNvSpPr>
            <a:spLocks noGrp="1"/>
          </p:cNvSpPr>
          <p:nvPr>
            <p:ph type="body" sz="quarter" idx="24" hasCustomPrompt="1"/>
          </p:nvPr>
        </p:nvSpPr>
        <p:spPr>
          <a:xfrm>
            <a:off x="4571323" y="5089229"/>
            <a:ext cx="7234915" cy="324961"/>
          </a:xfrm>
        </p:spPr>
        <p:txBody>
          <a:bodyPr/>
          <a:lstStyle>
            <a:lvl1pPr marL="231775" indent="-231775">
              <a:spcAft>
                <a:spcPts val="600"/>
              </a:spcAft>
              <a:buFont typeface="Arial" panose="020B0604020202020204" pitchFamily="34" charset="0"/>
              <a:buChar char="•"/>
              <a:tabLst/>
              <a:defRPr sz="2000"/>
            </a:lvl1pPr>
          </a:lstStyle>
          <a:p>
            <a:pPr lvl="0"/>
            <a:r>
              <a:rPr lang="en-US" dirty="0"/>
              <a:t>Agenda item 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endParaRPr lang="en-US" dirty="0"/>
          </a:p>
        </p:txBody>
      </p:sp>
      <p:pic>
        <p:nvPicPr>
          <p:cNvPr id="21" name="Graphic 20">
            <a:extLst>
              <a:ext uri="{FF2B5EF4-FFF2-40B4-BE49-F238E27FC236}">
                <a16:creationId xmlns:a16="http://schemas.microsoft.com/office/drawing/2014/main" id="{B6EDFCBE-296B-864F-13E7-245D40ED0C39}"/>
              </a:ext>
            </a:extLst>
          </p:cNvPr>
          <p:cNvPicPr>
            <a:picLocks noChangeAspect="1"/>
          </p:cNvPicPr>
          <p:nvPr/>
        </p:nvPicPr>
        <p:blipFill>
          <a:blip r:embed="rId2">
            <a:extLst>
              <a:ext uri="{96DAC541-7B7A-43D3-8B79-37D633B846F1}">
                <asvg:svgBlip xmlns:asvg="http://schemas.microsoft.com/office/drawing/2016/SVG/main" r:embed="rId3"/>
              </a:ext>
            </a:extLst>
          </a:blip>
          <a:srcRect/>
          <a:stretch/>
        </p:blipFill>
        <p:spPr>
          <a:xfrm>
            <a:off x="1647542" y="1793136"/>
            <a:ext cx="789191" cy="789191"/>
          </a:xfrm>
          <a:prstGeom prst="rect">
            <a:avLst/>
          </a:prstGeom>
        </p:spPr>
      </p:pic>
      <p:pic>
        <p:nvPicPr>
          <p:cNvPr id="22" name="Graphic 21">
            <a:extLst>
              <a:ext uri="{FF2B5EF4-FFF2-40B4-BE49-F238E27FC236}">
                <a16:creationId xmlns:a16="http://schemas.microsoft.com/office/drawing/2014/main" id="{D5A0CFA2-F296-A8B7-CB70-C9D00D9E3C98}"/>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8777" y="6474193"/>
            <a:ext cx="820683" cy="198585"/>
          </a:xfrm>
          <a:prstGeom prst="rect">
            <a:avLst/>
          </a:prstGeom>
        </p:spPr>
      </p:pic>
      <p:sp>
        <p:nvSpPr>
          <p:cNvPr id="5" name="Text Placeholder 17">
            <a:extLst>
              <a:ext uri="{FF2B5EF4-FFF2-40B4-BE49-F238E27FC236}">
                <a16:creationId xmlns:a16="http://schemas.microsoft.com/office/drawing/2014/main" id="{7CD097DB-9618-CDB1-1F1F-B033BC4801EA}"/>
              </a:ext>
            </a:extLst>
          </p:cNvPr>
          <p:cNvSpPr>
            <a:spLocks noGrp="1"/>
          </p:cNvSpPr>
          <p:nvPr>
            <p:ph type="body" sz="quarter" idx="10" hasCustomPrompt="1"/>
          </p:nvPr>
        </p:nvSpPr>
        <p:spPr>
          <a:xfrm>
            <a:off x="352660" y="2735750"/>
            <a:ext cx="3358665" cy="944810"/>
          </a:xfrm>
        </p:spPr>
        <p:txBody>
          <a:bodyPr wrap="square">
            <a:spAutoFit/>
          </a:bodyPr>
          <a:lstStyle>
            <a:lvl1pPr marL="0" indent="0" algn="ctr">
              <a:lnSpc>
                <a:spcPct val="90000"/>
              </a:lnSpc>
              <a:spcBef>
                <a:spcPts val="0"/>
              </a:spcBef>
              <a:buNone/>
              <a:defRPr sz="3400" b="1">
                <a:solidFill>
                  <a:schemeClr val="bg1"/>
                </a:solidFill>
              </a:defRPr>
            </a:lvl1pPr>
          </a:lstStyle>
          <a:p>
            <a:pPr lvl="0"/>
            <a:r>
              <a:rPr lang="en-US" dirty="0"/>
              <a:t>Agenda or Table of Contents</a:t>
            </a:r>
          </a:p>
        </p:txBody>
      </p:sp>
    </p:spTree>
    <p:extLst>
      <p:ext uri="{BB962C8B-B14F-4D97-AF65-F5344CB8AC3E}">
        <p14:creationId xmlns:p14="http://schemas.microsoft.com/office/powerpoint/2010/main" val="700034205"/>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Breaker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10" name="TextBox 9">
            <a:extLst>
              <a:ext uri="{FF2B5EF4-FFF2-40B4-BE49-F238E27FC236}">
                <a16:creationId xmlns:a16="http://schemas.microsoft.com/office/drawing/2014/main" id="{490D0730-EC65-31BF-A4FA-992A99E0E4CF}"/>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147069418"/>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Breaker Dark PU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bg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BE3200C5-B5A9-AC44-9200-784DFC63364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A2BD6F6F-F10E-C53F-032B-188519D8D1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Box 1">
            <a:extLst>
              <a:ext uri="{FF2B5EF4-FFF2-40B4-BE49-F238E27FC236}">
                <a16:creationId xmlns:a16="http://schemas.microsoft.com/office/drawing/2014/main" id="{8460C111-1CB1-186F-BF66-55001B5779EA}"/>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783314991"/>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Breaker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238843"/>
            <a:ext cx="10363202" cy="1333891"/>
          </a:xfrm>
        </p:spPr>
        <p:txBody>
          <a:bodyPr/>
          <a:lstStyle>
            <a:lvl1pPr marL="0" indent="0" algn="ctr">
              <a:lnSpc>
                <a:spcPct val="90000"/>
              </a:lnSpc>
              <a:spcBef>
                <a:spcPts val="0"/>
              </a:spcBef>
              <a:buNone/>
              <a:defRPr sz="4800" b="1">
                <a:solidFill>
                  <a:schemeClr val="tx1"/>
                </a:solidFill>
              </a:defRPr>
            </a:lvl1pPr>
          </a:lstStyle>
          <a:p>
            <a:pPr lvl="0"/>
            <a:r>
              <a:rPr lang="en-US" dirty="0"/>
              <a:t>Breaker slide culpa qui official arum </a:t>
            </a:r>
            <a:r>
              <a:rPr lang="en-US" dirty="0" err="1"/>
              <a:t>quidem</a:t>
            </a:r>
            <a:r>
              <a:rPr lang="en-US" dirty="0"/>
              <a:t> rerum facilis</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3750468"/>
            <a:ext cx="10363202" cy="389915"/>
          </a:xfrm>
        </p:spPr>
        <p:txBody>
          <a:bodyPr>
            <a:spAutoFit/>
          </a:bodyPr>
          <a:lstStyle>
            <a:lvl1pPr marL="0" indent="0" algn="ctr">
              <a:spcBef>
                <a:spcPts val="0"/>
              </a:spcBef>
              <a:buNone/>
              <a:defRPr sz="24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Box 1">
            <a:extLst>
              <a:ext uri="{FF2B5EF4-FFF2-40B4-BE49-F238E27FC236}">
                <a16:creationId xmlns:a16="http://schemas.microsoft.com/office/drawing/2014/main" id="{642BD9AE-C83A-9EF9-F573-61A0E81EA594}"/>
              </a:ext>
            </a:extLst>
          </p:cNvPr>
          <p:cNvSpPr txBox="1"/>
          <p:nvPr/>
        </p:nvSpPr>
        <p:spPr>
          <a:xfrm>
            <a:off x="9265920" y="6570337"/>
            <a:ext cx="22316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4188433739"/>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PUR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6096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7A8F2F-9330-25BE-0D2E-902E66CDE27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93587261"/>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p:cSld name="Gray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989C4F93-BF72-9EDD-88A7-D06234565936}"/>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08527534"/>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p:cSld name="Green Half">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A1D1E00-2C7E-EB5E-B9AA-70EC4E40EAA1}"/>
              </a:ext>
            </a:extLst>
          </p:cNvPr>
          <p:cNvSpPr/>
          <p:nvPr/>
        </p:nvSpPr>
        <p:spPr>
          <a:xfrm>
            <a:off x="0" y="0"/>
            <a:ext cx="6096000"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2FE01EFE-63CA-D3D5-C581-993880DA8B04}"/>
              </a:ext>
            </a:extLst>
          </p:cNvPr>
          <p:cNvSpPr>
            <a:spLocks noGrp="1"/>
          </p:cNvSpPr>
          <p:nvPr>
            <p:ph type="body" sz="quarter" idx="10" hasCustomPrompt="1"/>
          </p:nvPr>
        </p:nvSpPr>
        <p:spPr>
          <a:xfrm>
            <a:off x="386034" y="2147403"/>
            <a:ext cx="5334046" cy="944810"/>
          </a:xfrm>
        </p:spPr>
        <p:txBody>
          <a:bodyPr>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 facilis</a:t>
            </a:r>
          </a:p>
        </p:txBody>
      </p:sp>
      <p:sp>
        <p:nvSpPr>
          <p:cNvPr id="6" name="Text Placeholder 17">
            <a:extLst>
              <a:ext uri="{FF2B5EF4-FFF2-40B4-BE49-F238E27FC236}">
                <a16:creationId xmlns:a16="http://schemas.microsoft.com/office/drawing/2014/main" id="{5AE79D15-E07D-A51E-4EAF-87E654A74472}"/>
              </a:ext>
            </a:extLst>
          </p:cNvPr>
          <p:cNvSpPr>
            <a:spLocks noGrp="1"/>
          </p:cNvSpPr>
          <p:nvPr>
            <p:ph type="body" sz="quarter" idx="11" hasCustomPrompt="1"/>
          </p:nvPr>
        </p:nvSpPr>
        <p:spPr>
          <a:xfrm>
            <a:off x="386034" y="3283108"/>
            <a:ext cx="5334046" cy="663451"/>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7" name="Text Placeholder 17">
            <a:extLst>
              <a:ext uri="{FF2B5EF4-FFF2-40B4-BE49-F238E27FC236}">
                <a16:creationId xmlns:a16="http://schemas.microsoft.com/office/drawing/2014/main" id="{B23AFD1E-0CBC-F8B7-0767-9DD68D6AA30C}"/>
              </a:ext>
            </a:extLst>
          </p:cNvPr>
          <p:cNvSpPr>
            <a:spLocks noGrp="1"/>
          </p:cNvSpPr>
          <p:nvPr>
            <p:ph type="body" sz="quarter" idx="12" hasCustomPrompt="1"/>
          </p:nvPr>
        </p:nvSpPr>
        <p:spPr>
          <a:xfrm>
            <a:off x="6563360" y="1763901"/>
            <a:ext cx="523292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8" name="Text Placeholder 8">
            <a:extLst>
              <a:ext uri="{FF2B5EF4-FFF2-40B4-BE49-F238E27FC236}">
                <a16:creationId xmlns:a16="http://schemas.microsoft.com/office/drawing/2014/main" id="{CF81A4C6-9E62-AA06-E7C6-9A7067E4CE38}"/>
              </a:ext>
            </a:extLst>
          </p:cNvPr>
          <p:cNvSpPr>
            <a:spLocks noGrp="1"/>
          </p:cNvSpPr>
          <p:nvPr>
            <p:ph type="body" sz="quarter" idx="13" hasCustomPrompt="1"/>
          </p:nvPr>
        </p:nvSpPr>
        <p:spPr>
          <a:xfrm>
            <a:off x="6563360" y="2426711"/>
            <a:ext cx="523292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9" name="Text Placeholder 12">
            <a:extLst>
              <a:ext uri="{FF2B5EF4-FFF2-40B4-BE49-F238E27FC236}">
                <a16:creationId xmlns:a16="http://schemas.microsoft.com/office/drawing/2014/main" id="{C2B39BD8-F2D4-82FD-6B93-90DE2A49E686}"/>
              </a:ext>
            </a:extLst>
          </p:cNvPr>
          <p:cNvSpPr>
            <a:spLocks noGrp="1"/>
          </p:cNvSpPr>
          <p:nvPr>
            <p:ph type="body" sz="quarter" idx="14"/>
          </p:nvPr>
        </p:nvSpPr>
        <p:spPr>
          <a:xfrm>
            <a:off x="6563089" y="3740277"/>
            <a:ext cx="523271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12" name="Graphic 11">
            <a:extLst>
              <a:ext uri="{FF2B5EF4-FFF2-40B4-BE49-F238E27FC236}">
                <a16:creationId xmlns:a16="http://schemas.microsoft.com/office/drawing/2014/main" id="{AB1728AA-35B4-4BD9-8922-5A10B50EFB77}"/>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1191198591"/>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p:cSld name="PUR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bg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01D50BC8-C95D-425B-652A-2D581ADCD8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51207690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p:cSld name="Gray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E5FB72CE-435D-5F45-16B1-4A77B79AF3C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294606934"/>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p:cSld name="Green Thir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F75CBFEB-E840-D7EB-F8A5-6E3EB245AA06}"/>
              </a:ext>
            </a:extLst>
          </p:cNvPr>
          <p:cNvSpPr/>
          <p:nvPr/>
        </p:nvSpPr>
        <p:spPr>
          <a:xfrm>
            <a:off x="0" y="0"/>
            <a:ext cx="4063984" cy="68580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1647736"/>
            <a:ext cx="3312206" cy="1415709"/>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r>
              <a:rPr lang="en-US" dirty="0"/>
              <a:t> rerum</a:t>
            </a:r>
          </a:p>
        </p:txBody>
      </p:sp>
      <p:sp>
        <p:nvSpPr>
          <p:cNvPr id="6" name="Text Placeholder 17">
            <a:extLst>
              <a:ext uri="{FF2B5EF4-FFF2-40B4-BE49-F238E27FC236}">
                <a16:creationId xmlns:a16="http://schemas.microsoft.com/office/drawing/2014/main" id="{16B976F1-2579-253B-37D3-66B1EB3F4F20}"/>
              </a:ext>
            </a:extLst>
          </p:cNvPr>
          <p:cNvSpPr>
            <a:spLocks noGrp="1"/>
          </p:cNvSpPr>
          <p:nvPr>
            <p:ph type="body" sz="quarter" idx="11" hasCustomPrompt="1"/>
          </p:nvPr>
        </p:nvSpPr>
        <p:spPr>
          <a:xfrm>
            <a:off x="386034" y="3211988"/>
            <a:ext cx="3312206" cy="1002006"/>
          </a:xfrm>
        </p:spPr>
        <p:txBody>
          <a:bodyPr wrap="square">
            <a:spAutoFit/>
          </a:bodyPr>
          <a:lstStyle>
            <a:lvl1pPr marL="0" indent="0" algn="l">
              <a:spcBef>
                <a:spcPts val="0"/>
              </a:spcBef>
              <a:buNone/>
              <a:defRPr sz="2000" b="0">
                <a:solidFill>
                  <a:schemeClr val="tx1"/>
                </a:solidFill>
              </a:defRPr>
            </a:lvl1pPr>
          </a:lstStyle>
          <a:p>
            <a:pPr lvl="0"/>
            <a:r>
              <a:rPr lang="en-US" dirty="0"/>
              <a:t>Subhead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endParaRPr lang="en-US" dirty="0"/>
          </a:p>
        </p:txBody>
      </p:sp>
      <p:sp>
        <p:nvSpPr>
          <p:cNvPr id="12" name="Text Placeholder 17">
            <a:extLst>
              <a:ext uri="{FF2B5EF4-FFF2-40B4-BE49-F238E27FC236}">
                <a16:creationId xmlns:a16="http://schemas.microsoft.com/office/drawing/2014/main" id="{247F7AFC-9E1C-DD0B-41C1-05088976F5FF}"/>
              </a:ext>
            </a:extLst>
          </p:cNvPr>
          <p:cNvSpPr>
            <a:spLocks noGrp="1"/>
          </p:cNvSpPr>
          <p:nvPr>
            <p:ph type="body" sz="quarter" idx="12" hasCustomPrompt="1"/>
          </p:nvPr>
        </p:nvSpPr>
        <p:spPr>
          <a:xfrm>
            <a:off x="457159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3" name="Text Placeholder 8">
            <a:extLst>
              <a:ext uri="{FF2B5EF4-FFF2-40B4-BE49-F238E27FC236}">
                <a16:creationId xmlns:a16="http://schemas.microsoft.com/office/drawing/2014/main" id="{0E7A1DE1-A6A1-A8B0-1E59-2D30FDB4CB2B}"/>
              </a:ext>
            </a:extLst>
          </p:cNvPr>
          <p:cNvSpPr>
            <a:spLocks noGrp="1"/>
          </p:cNvSpPr>
          <p:nvPr>
            <p:ph type="body" sz="quarter" idx="13" hasCustomPrompt="1"/>
          </p:nvPr>
        </p:nvSpPr>
        <p:spPr>
          <a:xfrm>
            <a:off x="457159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4" name="Text Placeholder 12">
            <a:extLst>
              <a:ext uri="{FF2B5EF4-FFF2-40B4-BE49-F238E27FC236}">
                <a16:creationId xmlns:a16="http://schemas.microsoft.com/office/drawing/2014/main" id="{F338C581-FDC0-BE86-1CD1-D9586D8EB8A0}"/>
              </a:ext>
            </a:extLst>
          </p:cNvPr>
          <p:cNvSpPr>
            <a:spLocks noGrp="1"/>
          </p:cNvSpPr>
          <p:nvPr>
            <p:ph type="body" sz="quarter" idx="14"/>
          </p:nvPr>
        </p:nvSpPr>
        <p:spPr>
          <a:xfrm>
            <a:off x="457132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15" name="Text Placeholder 17">
            <a:extLst>
              <a:ext uri="{FF2B5EF4-FFF2-40B4-BE49-F238E27FC236}">
                <a16:creationId xmlns:a16="http://schemas.microsoft.com/office/drawing/2014/main" id="{8BE05EDD-6AF1-AF29-FB86-197BB73F5255}"/>
              </a:ext>
            </a:extLst>
          </p:cNvPr>
          <p:cNvSpPr>
            <a:spLocks noGrp="1"/>
          </p:cNvSpPr>
          <p:nvPr>
            <p:ph type="body" sz="quarter" idx="15" hasCustomPrompt="1"/>
          </p:nvPr>
        </p:nvSpPr>
        <p:spPr>
          <a:xfrm>
            <a:off x="8442555" y="1647736"/>
            <a:ext cx="3363411"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16" name="Text Placeholder 8">
            <a:extLst>
              <a:ext uri="{FF2B5EF4-FFF2-40B4-BE49-F238E27FC236}">
                <a16:creationId xmlns:a16="http://schemas.microsoft.com/office/drawing/2014/main" id="{7F1C9870-651A-8301-4A2C-6EE5FB7ABFD6}"/>
              </a:ext>
            </a:extLst>
          </p:cNvPr>
          <p:cNvSpPr>
            <a:spLocks noGrp="1"/>
          </p:cNvSpPr>
          <p:nvPr>
            <p:ph type="body" sz="quarter" idx="16" hasCustomPrompt="1"/>
          </p:nvPr>
        </p:nvSpPr>
        <p:spPr>
          <a:xfrm>
            <a:off x="8442555" y="2310546"/>
            <a:ext cx="3363411"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a:t>
            </a:r>
          </a:p>
        </p:txBody>
      </p:sp>
      <p:sp>
        <p:nvSpPr>
          <p:cNvPr id="17" name="Text Placeholder 12">
            <a:extLst>
              <a:ext uri="{FF2B5EF4-FFF2-40B4-BE49-F238E27FC236}">
                <a16:creationId xmlns:a16="http://schemas.microsoft.com/office/drawing/2014/main" id="{CB3B220D-3CAD-B3DC-8F6C-B8A398E8864A}"/>
              </a:ext>
            </a:extLst>
          </p:cNvPr>
          <p:cNvSpPr>
            <a:spLocks noGrp="1"/>
          </p:cNvSpPr>
          <p:nvPr>
            <p:ph type="body" sz="quarter" idx="17"/>
          </p:nvPr>
        </p:nvSpPr>
        <p:spPr>
          <a:xfrm>
            <a:off x="8442283" y="3624112"/>
            <a:ext cx="3363277"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9" name="Graphic 8">
            <a:extLst>
              <a:ext uri="{FF2B5EF4-FFF2-40B4-BE49-F238E27FC236}">
                <a16:creationId xmlns:a16="http://schemas.microsoft.com/office/drawing/2014/main" id="{65A4C054-B1C8-E492-ADA1-D665C51553F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Tree>
    <p:extLst>
      <p:ext uri="{BB962C8B-B14F-4D97-AF65-F5344CB8AC3E}">
        <p14:creationId xmlns:p14="http://schemas.microsoft.com/office/powerpoint/2010/main" val="3708570085"/>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p:cSld name="Image-Right">
    <p:spTree>
      <p:nvGrpSpPr>
        <p:cNvPr id="1" name=""/>
        <p:cNvGrpSpPr/>
        <p:nvPr/>
      </p:nvGrpSpPr>
      <p:grpSpPr>
        <a:xfrm>
          <a:off x="0" y="0"/>
          <a:ext cx="0" cy="0"/>
          <a:chOff x="0" y="0"/>
          <a:chExt cx="0" cy="0"/>
        </a:xfrm>
      </p:grpSpPr>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38603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38630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38630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38603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6096000" y="0"/>
            <a:ext cx="6096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4157576758"/>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p:cSld name="Image-Left">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6096000" cy="6858000"/>
          </a:xfrm>
        </p:spPr>
        <p:txBody>
          <a:bodyPr anchor="ctr" anchorCtr="0">
            <a:noAutofit/>
          </a:bodyPr>
          <a:lstStyle>
            <a:lvl1pPr marL="0" indent="0" algn="ctr">
              <a:buNone/>
              <a:defRPr/>
            </a:lvl1pPr>
          </a:lstStyle>
          <a:p>
            <a:r>
              <a:rPr lang="en-US" dirty="0"/>
              <a:t>[Click to insert image]</a:t>
            </a:r>
          </a:p>
        </p:txBody>
      </p:sp>
      <p:sp>
        <p:nvSpPr>
          <p:cNvPr id="5" name="Text Placeholder 17">
            <a:extLst>
              <a:ext uri="{FF2B5EF4-FFF2-40B4-BE49-F238E27FC236}">
                <a16:creationId xmlns:a16="http://schemas.microsoft.com/office/drawing/2014/main" id="{BBF114DA-2F2B-4926-CFCC-092A749330D5}"/>
              </a:ext>
            </a:extLst>
          </p:cNvPr>
          <p:cNvSpPr>
            <a:spLocks noGrp="1"/>
          </p:cNvSpPr>
          <p:nvPr>
            <p:ph type="body" sz="quarter" idx="10" hasCustomPrompt="1"/>
          </p:nvPr>
        </p:nvSpPr>
        <p:spPr>
          <a:xfrm>
            <a:off x="6664914" y="807451"/>
            <a:ext cx="5008909" cy="944810"/>
          </a:xfrm>
        </p:spPr>
        <p:txBody>
          <a:bodyPr wrap="square">
            <a:spAutoFit/>
          </a:bodyPr>
          <a:lstStyle>
            <a:lvl1pPr marL="0" indent="0" algn="l">
              <a:lnSpc>
                <a:spcPct val="90000"/>
              </a:lnSpc>
              <a:spcBef>
                <a:spcPts val="0"/>
              </a:spcBef>
              <a:buNone/>
              <a:defRPr sz="3400" b="1">
                <a:solidFill>
                  <a:schemeClr val="tx1"/>
                </a:solidFill>
              </a:defRPr>
            </a:lvl1pPr>
          </a:lstStyle>
          <a:p>
            <a:pPr lvl="0"/>
            <a:r>
              <a:rPr lang="en-US" dirty="0"/>
              <a:t>Headline culpa qui official arum </a:t>
            </a:r>
            <a:r>
              <a:rPr lang="en-US" dirty="0" err="1"/>
              <a:t>quidem</a:t>
            </a:r>
            <a:endParaRPr lang="en-US" dirty="0"/>
          </a:p>
        </p:txBody>
      </p:sp>
      <p:sp>
        <p:nvSpPr>
          <p:cNvPr id="8" name="Text Placeholder 17">
            <a:extLst>
              <a:ext uri="{FF2B5EF4-FFF2-40B4-BE49-F238E27FC236}">
                <a16:creationId xmlns:a16="http://schemas.microsoft.com/office/drawing/2014/main" id="{2D4575E4-C207-8E90-E726-B9033C8488D1}"/>
              </a:ext>
            </a:extLst>
          </p:cNvPr>
          <p:cNvSpPr>
            <a:spLocks noGrp="1"/>
          </p:cNvSpPr>
          <p:nvPr>
            <p:ph type="body" sz="quarter" idx="12" hasCustomPrompt="1"/>
          </p:nvPr>
        </p:nvSpPr>
        <p:spPr>
          <a:xfrm>
            <a:off x="6665185" y="2162915"/>
            <a:ext cx="5008655" cy="555793"/>
          </a:xfrm>
        </p:spPr>
        <p:txBody>
          <a:bodyPr wrap="square">
            <a:spAutoFit/>
          </a:bodyPr>
          <a:lstStyle>
            <a:lvl1pPr marL="0" indent="0">
              <a:lnSpc>
                <a:spcPct val="90000"/>
              </a:lnSpc>
              <a:spcBef>
                <a:spcPts val="0"/>
              </a:spcBef>
              <a:buNone/>
              <a:defRPr sz="2000" b="1">
                <a:solidFill>
                  <a:schemeClr val="tx1"/>
                </a:solidFill>
              </a:defRPr>
            </a:lvl1pPr>
          </a:lstStyle>
          <a:p>
            <a:pPr lvl="0"/>
            <a:r>
              <a:rPr lang="en-US" dirty="0"/>
              <a:t>Subhead culpa qui official arum </a:t>
            </a:r>
            <a:r>
              <a:rPr lang="en-US" dirty="0" err="1"/>
              <a:t>quidem</a:t>
            </a:r>
            <a:r>
              <a:rPr lang="en-US" dirty="0"/>
              <a:t> rerum facilis</a:t>
            </a:r>
          </a:p>
        </p:txBody>
      </p:sp>
      <p:sp>
        <p:nvSpPr>
          <p:cNvPr id="9" name="Text Placeholder 8">
            <a:extLst>
              <a:ext uri="{FF2B5EF4-FFF2-40B4-BE49-F238E27FC236}">
                <a16:creationId xmlns:a16="http://schemas.microsoft.com/office/drawing/2014/main" id="{1D16B016-4F74-45FD-A9CC-07A8056565CD}"/>
              </a:ext>
            </a:extLst>
          </p:cNvPr>
          <p:cNvSpPr>
            <a:spLocks noGrp="1"/>
          </p:cNvSpPr>
          <p:nvPr>
            <p:ph type="body" sz="quarter" idx="13" hasCustomPrompt="1"/>
          </p:nvPr>
        </p:nvSpPr>
        <p:spPr>
          <a:xfrm>
            <a:off x="6665185" y="2825725"/>
            <a:ext cx="5008655" cy="1206549"/>
          </a:xfrm>
        </p:spPr>
        <p:txBody>
          <a:bodyPr wrap="square">
            <a:spAutoFit/>
          </a:bodyPr>
          <a:lstStyle>
            <a:lvl1pPr marL="0" indent="0">
              <a:buNone/>
              <a:defRPr sz="1800"/>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 </a:t>
            </a:r>
            <a:r>
              <a:rPr lang="en-US" dirty="0" err="1"/>
              <a:t>totam</a:t>
            </a:r>
            <a:r>
              <a:rPr lang="en-US" dirty="0"/>
              <a:t> rem </a:t>
            </a:r>
            <a:r>
              <a:rPr lang="en-US" dirty="0" err="1"/>
              <a:t>aperiam</a:t>
            </a:r>
            <a:r>
              <a:rPr lang="en-US" dirty="0"/>
              <a:t> </a:t>
            </a:r>
            <a:r>
              <a:rPr lang="en-US" dirty="0" err="1"/>
              <a:t>eaque</a:t>
            </a:r>
            <a:r>
              <a:rPr lang="en-US" dirty="0"/>
              <a:t> </a:t>
            </a:r>
            <a:r>
              <a:rPr lang="en-US" dirty="0" err="1"/>
              <a:t>ipsa</a:t>
            </a:r>
            <a:r>
              <a:rPr lang="en-US" dirty="0"/>
              <a:t> </a:t>
            </a:r>
            <a:r>
              <a:rPr lang="en-US" dirty="0" err="1"/>
              <a:t>quae</a:t>
            </a:r>
            <a:r>
              <a:rPr lang="en-US" dirty="0"/>
              <a:t> ab </a:t>
            </a:r>
            <a:r>
              <a:rPr lang="en-US" dirty="0" err="1"/>
              <a:t>illo</a:t>
            </a:r>
            <a:r>
              <a:rPr lang="en-US" dirty="0"/>
              <a:t> </a:t>
            </a:r>
            <a:r>
              <a:rPr lang="en-US" dirty="0" err="1"/>
              <a:t>inventore</a:t>
            </a:r>
            <a:r>
              <a:rPr lang="en-US" dirty="0"/>
              <a:t> </a:t>
            </a:r>
            <a:r>
              <a:rPr lang="en-US" dirty="0" err="1"/>
              <a:t>veritatis</a:t>
            </a:r>
            <a:r>
              <a:rPr lang="en-US" dirty="0"/>
              <a:t> et quasi </a:t>
            </a:r>
            <a:r>
              <a:rPr lang="en-US" dirty="0" err="1"/>
              <a:t>architecto</a:t>
            </a:r>
            <a:r>
              <a:rPr lang="en-US" dirty="0"/>
              <a:t> beatae vitae.</a:t>
            </a:r>
          </a:p>
        </p:txBody>
      </p:sp>
      <p:sp>
        <p:nvSpPr>
          <p:cNvPr id="10" name="Text Placeholder 12">
            <a:extLst>
              <a:ext uri="{FF2B5EF4-FFF2-40B4-BE49-F238E27FC236}">
                <a16:creationId xmlns:a16="http://schemas.microsoft.com/office/drawing/2014/main" id="{06B0A9AB-D9A3-1E08-3001-30A9D645FFA9}"/>
              </a:ext>
            </a:extLst>
          </p:cNvPr>
          <p:cNvSpPr>
            <a:spLocks noGrp="1"/>
          </p:cNvSpPr>
          <p:nvPr>
            <p:ph type="body" sz="quarter" idx="14"/>
          </p:nvPr>
        </p:nvSpPr>
        <p:spPr>
          <a:xfrm>
            <a:off x="6664915" y="4139291"/>
            <a:ext cx="5008456" cy="1684948"/>
          </a:xfrm>
        </p:spPr>
        <p:txBody>
          <a:bodyPr wrap="square">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Tree>
    <p:extLst>
      <p:ext uri="{BB962C8B-B14F-4D97-AF65-F5344CB8AC3E}">
        <p14:creationId xmlns:p14="http://schemas.microsoft.com/office/powerpoint/2010/main" val="3594462165"/>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p:cSld name="Full Page Image">
    <p:spTree>
      <p:nvGrpSpPr>
        <p:cNvPr id="1" name=""/>
        <p:cNvGrpSpPr/>
        <p:nvPr/>
      </p:nvGrpSpPr>
      <p:grpSpPr>
        <a:xfrm>
          <a:off x="0" y="0"/>
          <a:ext cx="0" cy="0"/>
          <a:chOff x="0" y="0"/>
          <a:chExt cx="0" cy="0"/>
        </a:xfrm>
      </p:grpSpPr>
      <p:sp>
        <p:nvSpPr>
          <p:cNvPr id="7" name="Picture Placeholder 6">
            <a:extLst>
              <a:ext uri="{FF2B5EF4-FFF2-40B4-BE49-F238E27FC236}">
                <a16:creationId xmlns:a16="http://schemas.microsoft.com/office/drawing/2014/main" id="{B668D94B-8222-405F-8341-EB39E2CA0283}"/>
              </a:ext>
            </a:extLst>
          </p:cNvPr>
          <p:cNvSpPr>
            <a:spLocks noGrp="1"/>
          </p:cNvSpPr>
          <p:nvPr>
            <p:ph type="pic" sz="quarter" idx="15" hasCustomPrompt="1"/>
          </p:nvPr>
        </p:nvSpPr>
        <p:spPr>
          <a:xfrm>
            <a:off x="0" y="0"/>
            <a:ext cx="12192000" cy="6858000"/>
          </a:xfrm>
        </p:spPr>
        <p:txBody>
          <a:bodyPr anchor="ctr" anchorCtr="0">
            <a:noAutofit/>
          </a:bodyPr>
          <a:lstStyle>
            <a:lvl1pPr marL="0" indent="0" algn="ctr">
              <a:buNone/>
              <a:defRPr/>
            </a:lvl1pPr>
          </a:lstStyle>
          <a:p>
            <a:r>
              <a:rPr lang="en-US" dirty="0"/>
              <a:t>[Click to insert image]</a:t>
            </a:r>
          </a:p>
        </p:txBody>
      </p:sp>
    </p:spTree>
    <p:extLst>
      <p:ext uri="{BB962C8B-B14F-4D97-AF65-F5344CB8AC3E}">
        <p14:creationId xmlns:p14="http://schemas.microsoft.com/office/powerpoint/2010/main" val="2254028411"/>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p:cSld name="EFrame Image Purple">
    <p:spTree>
      <p:nvGrpSpPr>
        <p:cNvPr id="1" name=""/>
        <p:cNvGrpSpPr/>
        <p:nvPr/>
      </p:nvGrpSpPr>
      <p:grpSpPr>
        <a:xfrm>
          <a:off x="0" y="0"/>
          <a:ext cx="0" cy="0"/>
          <a:chOff x="0" y="0"/>
          <a:chExt cx="0" cy="0"/>
        </a:xfrm>
      </p:grpSpPr>
      <p:sp>
        <p:nvSpPr>
          <p:cNvPr id="51" name="Rectangle 50">
            <a:extLst>
              <a:ext uri="{FF2B5EF4-FFF2-40B4-BE49-F238E27FC236}">
                <a16:creationId xmlns:a16="http://schemas.microsoft.com/office/drawing/2014/main" id="{5AACD76F-5A98-DE42-2012-2E4698A70B32}"/>
              </a:ext>
            </a:extLst>
          </p:cNvPr>
          <p:cNvSpPr/>
          <p:nvPr/>
        </p:nvSpPr>
        <p:spPr>
          <a:xfrm>
            <a:off x="0" y="0"/>
            <a:ext cx="12192000" cy="68580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Picture Placeholder 43">
            <a:extLst>
              <a:ext uri="{FF2B5EF4-FFF2-40B4-BE49-F238E27FC236}">
                <a16:creationId xmlns:a16="http://schemas.microsoft.com/office/drawing/2014/main" id="{C5980322-EF45-73EA-F45B-05C3C55E7CE2}"/>
              </a:ext>
            </a:extLst>
          </p:cNvPr>
          <p:cNvSpPr>
            <a:spLocks noGrp="1"/>
          </p:cNvSpPr>
          <p:nvPr>
            <p:ph type="pic" sz="quarter" idx="13" hasCustomPrompt="1"/>
          </p:nvPr>
        </p:nvSpPr>
        <p:spPr>
          <a:xfrm>
            <a:off x="5337810" y="573881"/>
            <a:ext cx="6854190" cy="5710237"/>
          </a:xfrm>
          <a:custGeom>
            <a:avLst/>
            <a:gdLst>
              <a:gd name="connsiteX0" fmla="*/ 0 w 6854190"/>
              <a:gd name="connsiteY0" fmla="*/ 0 h 5710237"/>
              <a:gd name="connsiteX1" fmla="*/ 3816350 w 6854190"/>
              <a:gd name="connsiteY1" fmla="*/ 0 h 5710237"/>
              <a:gd name="connsiteX2" fmla="*/ 3816350 w 6854190"/>
              <a:gd name="connsiteY2" fmla="*/ 1 h 5710237"/>
              <a:gd name="connsiteX3" fmla="*/ 6854190 w 6854190"/>
              <a:gd name="connsiteY3" fmla="*/ 1 h 5710237"/>
              <a:gd name="connsiteX4" fmla="*/ 6854190 w 6854190"/>
              <a:gd name="connsiteY4" fmla="*/ 1513523 h 5710237"/>
              <a:gd name="connsiteX5" fmla="*/ 3816350 w 6854190"/>
              <a:gd name="connsiteY5" fmla="*/ 1513523 h 5710237"/>
              <a:gd name="connsiteX6" fmla="*/ 3816350 w 6854190"/>
              <a:gd name="connsiteY6" fmla="*/ 2093595 h 5710237"/>
              <a:gd name="connsiteX7" fmla="*/ 6284595 w 6854190"/>
              <a:gd name="connsiteY7" fmla="*/ 2093595 h 5710237"/>
              <a:gd name="connsiteX8" fmla="*/ 6284595 w 6854190"/>
              <a:gd name="connsiteY8" fmla="*/ 3607117 h 5710237"/>
              <a:gd name="connsiteX9" fmla="*/ 3816350 w 6854190"/>
              <a:gd name="connsiteY9" fmla="*/ 3607117 h 5710237"/>
              <a:gd name="connsiteX10" fmla="*/ 3816350 w 6854190"/>
              <a:gd name="connsiteY10" fmla="*/ 4196715 h 5710237"/>
              <a:gd name="connsiteX11" fmla="*/ 6854190 w 6854190"/>
              <a:gd name="connsiteY11" fmla="*/ 4196715 h 5710237"/>
              <a:gd name="connsiteX12" fmla="*/ 6854190 w 6854190"/>
              <a:gd name="connsiteY12" fmla="*/ 5710237 h 5710237"/>
              <a:gd name="connsiteX13" fmla="*/ 3816350 w 6854190"/>
              <a:gd name="connsiteY13" fmla="*/ 5710237 h 5710237"/>
              <a:gd name="connsiteX14" fmla="*/ 3037840 w 6854190"/>
              <a:gd name="connsiteY14" fmla="*/ 5710237 h 5710237"/>
              <a:gd name="connsiteX15" fmla="*/ 0 w 6854190"/>
              <a:gd name="connsiteY15" fmla="*/ 5710237 h 57102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854190" h="5710237">
                <a:moveTo>
                  <a:pt x="0" y="0"/>
                </a:moveTo>
                <a:lnTo>
                  <a:pt x="3816350" y="0"/>
                </a:lnTo>
                <a:lnTo>
                  <a:pt x="3816350" y="1"/>
                </a:lnTo>
                <a:lnTo>
                  <a:pt x="6854190" y="1"/>
                </a:lnTo>
                <a:lnTo>
                  <a:pt x="6854190" y="1513523"/>
                </a:lnTo>
                <a:lnTo>
                  <a:pt x="3816350" y="1513523"/>
                </a:lnTo>
                <a:lnTo>
                  <a:pt x="3816350" y="2093595"/>
                </a:lnTo>
                <a:lnTo>
                  <a:pt x="6284595" y="2093595"/>
                </a:lnTo>
                <a:lnTo>
                  <a:pt x="6284595" y="3607117"/>
                </a:lnTo>
                <a:lnTo>
                  <a:pt x="3816350" y="3607117"/>
                </a:lnTo>
                <a:lnTo>
                  <a:pt x="3816350" y="4196715"/>
                </a:lnTo>
                <a:lnTo>
                  <a:pt x="6854190" y="4196715"/>
                </a:lnTo>
                <a:lnTo>
                  <a:pt x="6854190" y="5710237"/>
                </a:lnTo>
                <a:lnTo>
                  <a:pt x="3816350" y="5710237"/>
                </a:lnTo>
                <a:lnTo>
                  <a:pt x="3037840" y="5710237"/>
                </a:lnTo>
                <a:lnTo>
                  <a:pt x="0" y="5710237"/>
                </a:lnTo>
                <a:close/>
              </a:path>
            </a:pathLst>
          </a:custGeom>
        </p:spPr>
        <p:txBody>
          <a:bodyPr wrap="square" anchor="ctr" anchorCtr="0">
            <a:noAutofit/>
          </a:bodyPr>
          <a:lstStyle>
            <a:lvl1pPr marL="0" indent="0" algn="ctr">
              <a:buNone/>
              <a:defRPr/>
            </a:lvl1pPr>
          </a:lstStyle>
          <a:p>
            <a:r>
              <a:rPr lang="en-US" dirty="0"/>
              <a:t>[Click to insert image]</a:t>
            </a:r>
          </a:p>
        </p:txBody>
      </p:sp>
      <p:sp>
        <p:nvSpPr>
          <p:cNvPr id="47" name="Text Placeholder 17">
            <a:extLst>
              <a:ext uri="{FF2B5EF4-FFF2-40B4-BE49-F238E27FC236}">
                <a16:creationId xmlns:a16="http://schemas.microsoft.com/office/drawing/2014/main" id="{72A36242-E96D-BCC5-8B9A-F727F91C17DD}"/>
              </a:ext>
            </a:extLst>
          </p:cNvPr>
          <p:cNvSpPr>
            <a:spLocks noGrp="1"/>
          </p:cNvSpPr>
          <p:nvPr>
            <p:ph type="body" sz="quarter" idx="10" hasCustomPrompt="1"/>
          </p:nvPr>
        </p:nvSpPr>
        <p:spPr>
          <a:xfrm>
            <a:off x="386035" y="1112251"/>
            <a:ext cx="4317994" cy="944810"/>
          </a:xfrm>
        </p:spPr>
        <p:txBody>
          <a:bodyPr wrap="square">
            <a:spAutoFit/>
          </a:bodyPr>
          <a:lstStyle>
            <a:lvl1pPr marL="0" indent="0" algn="l">
              <a:lnSpc>
                <a:spcPct val="90000"/>
              </a:lnSpc>
              <a:spcBef>
                <a:spcPts val="0"/>
              </a:spcBef>
              <a:buNone/>
              <a:defRPr sz="3400" b="1">
                <a:solidFill>
                  <a:schemeClr val="bg1"/>
                </a:solidFill>
              </a:defRPr>
            </a:lvl1pPr>
          </a:lstStyle>
          <a:p>
            <a:pPr lvl="0"/>
            <a:r>
              <a:rPr lang="en-US" dirty="0"/>
              <a:t>Headline culpa qui official arum </a:t>
            </a:r>
            <a:r>
              <a:rPr lang="en-US" dirty="0" err="1"/>
              <a:t>quidem</a:t>
            </a:r>
            <a:endParaRPr lang="en-US" dirty="0"/>
          </a:p>
        </p:txBody>
      </p:sp>
      <p:sp>
        <p:nvSpPr>
          <p:cNvPr id="48" name="Text Placeholder 17">
            <a:extLst>
              <a:ext uri="{FF2B5EF4-FFF2-40B4-BE49-F238E27FC236}">
                <a16:creationId xmlns:a16="http://schemas.microsoft.com/office/drawing/2014/main" id="{E033C30C-F4BF-DEFA-8C82-E924E66CF321}"/>
              </a:ext>
            </a:extLst>
          </p:cNvPr>
          <p:cNvSpPr>
            <a:spLocks noGrp="1"/>
          </p:cNvSpPr>
          <p:nvPr>
            <p:ph type="body" sz="quarter" idx="12" hasCustomPrompt="1"/>
          </p:nvPr>
        </p:nvSpPr>
        <p:spPr>
          <a:xfrm>
            <a:off x="386305" y="2467715"/>
            <a:ext cx="4317775" cy="555793"/>
          </a:xfrm>
        </p:spPr>
        <p:txBody>
          <a:bodyPr wrap="square">
            <a:spAutoFit/>
          </a:bodyPr>
          <a:lstStyle>
            <a:lvl1pPr marL="0" indent="0">
              <a:lnSpc>
                <a:spcPct val="90000"/>
              </a:lnSpc>
              <a:spcBef>
                <a:spcPts val="0"/>
              </a:spcBef>
              <a:buNone/>
              <a:defRPr sz="2000" b="1">
                <a:solidFill>
                  <a:schemeClr val="bg1"/>
                </a:solidFill>
              </a:defRPr>
            </a:lvl1pPr>
          </a:lstStyle>
          <a:p>
            <a:pPr lvl="0"/>
            <a:r>
              <a:rPr lang="en-US" dirty="0"/>
              <a:t>Subhead culpa qui official arum </a:t>
            </a:r>
            <a:r>
              <a:rPr lang="en-US" dirty="0" err="1"/>
              <a:t>quidem</a:t>
            </a:r>
            <a:r>
              <a:rPr lang="en-US" dirty="0"/>
              <a:t> rerum facilis</a:t>
            </a:r>
          </a:p>
        </p:txBody>
      </p:sp>
      <p:sp>
        <p:nvSpPr>
          <p:cNvPr id="49" name="Text Placeholder 8">
            <a:extLst>
              <a:ext uri="{FF2B5EF4-FFF2-40B4-BE49-F238E27FC236}">
                <a16:creationId xmlns:a16="http://schemas.microsoft.com/office/drawing/2014/main" id="{A0F481E4-FC0E-C80A-C2EC-B76F27D262A7}"/>
              </a:ext>
            </a:extLst>
          </p:cNvPr>
          <p:cNvSpPr>
            <a:spLocks noGrp="1"/>
          </p:cNvSpPr>
          <p:nvPr>
            <p:ph type="body" sz="quarter" idx="14" hasCustomPrompt="1"/>
          </p:nvPr>
        </p:nvSpPr>
        <p:spPr>
          <a:xfrm>
            <a:off x="386305" y="3130525"/>
            <a:ext cx="4317775" cy="901850"/>
          </a:xfrm>
        </p:spPr>
        <p:txBody>
          <a:bodyPr wrap="square">
            <a:spAutoFit/>
          </a:bodyPr>
          <a:lstStyle>
            <a:lvl1pPr marL="0" indent="0">
              <a:buNone/>
              <a:defRPr sz="1800">
                <a:solidFill>
                  <a:schemeClr val="bg1"/>
                </a:solidFill>
              </a:defRPr>
            </a:lvl1pPr>
          </a:lstStyle>
          <a:p>
            <a:pPr lvl="0"/>
            <a:r>
              <a:rPr lang="en-US" dirty="0"/>
              <a:t>Sed </a:t>
            </a:r>
            <a:r>
              <a:rPr lang="en-US" dirty="0" err="1"/>
              <a:t>ut</a:t>
            </a:r>
            <a:r>
              <a:rPr lang="en-US" dirty="0"/>
              <a:t> </a:t>
            </a:r>
            <a:r>
              <a:rPr lang="en-US" dirty="0" err="1"/>
              <a:t>perspiciatis</a:t>
            </a:r>
            <a:r>
              <a:rPr lang="en-US" dirty="0"/>
              <a:t> </a:t>
            </a:r>
            <a:r>
              <a:rPr lang="en-US" dirty="0" err="1"/>
              <a:t>unde</a:t>
            </a:r>
            <a:r>
              <a:rPr lang="en-US" dirty="0"/>
              <a:t> </a:t>
            </a:r>
            <a:r>
              <a:rPr lang="en-US" dirty="0" err="1"/>
              <a:t>omnis</a:t>
            </a:r>
            <a:r>
              <a:rPr lang="en-US" dirty="0"/>
              <a:t> </a:t>
            </a:r>
            <a:r>
              <a:rPr lang="en-US" dirty="0" err="1"/>
              <a:t>iste</a:t>
            </a:r>
            <a:r>
              <a:rPr lang="en-US" dirty="0"/>
              <a:t> </a:t>
            </a:r>
            <a:r>
              <a:rPr lang="en-US" dirty="0" err="1"/>
              <a:t>natus</a:t>
            </a:r>
            <a:r>
              <a:rPr lang="en-US" dirty="0"/>
              <a:t> error sit </a:t>
            </a:r>
            <a:r>
              <a:rPr lang="en-US" dirty="0" err="1"/>
              <a:t>voluptatem</a:t>
            </a:r>
            <a:r>
              <a:rPr lang="en-US" dirty="0"/>
              <a:t> </a:t>
            </a:r>
            <a:r>
              <a:rPr lang="en-US" dirty="0" err="1"/>
              <a:t>accusantium</a:t>
            </a:r>
            <a:r>
              <a:rPr lang="en-US" dirty="0"/>
              <a:t> </a:t>
            </a:r>
            <a:r>
              <a:rPr lang="en-US" dirty="0" err="1"/>
              <a:t>doloremque</a:t>
            </a:r>
            <a:r>
              <a:rPr lang="en-US" dirty="0"/>
              <a:t> </a:t>
            </a:r>
            <a:r>
              <a:rPr lang="en-US" dirty="0" err="1"/>
              <a:t>laudantium</a:t>
            </a:r>
            <a:r>
              <a:rPr lang="en-US" dirty="0"/>
              <a:t>.</a:t>
            </a:r>
          </a:p>
        </p:txBody>
      </p:sp>
      <p:sp>
        <p:nvSpPr>
          <p:cNvPr id="50" name="Text Placeholder 12">
            <a:extLst>
              <a:ext uri="{FF2B5EF4-FFF2-40B4-BE49-F238E27FC236}">
                <a16:creationId xmlns:a16="http://schemas.microsoft.com/office/drawing/2014/main" id="{F28319CA-55ED-F435-6422-E7CAE3A4E5C8}"/>
              </a:ext>
            </a:extLst>
          </p:cNvPr>
          <p:cNvSpPr>
            <a:spLocks noGrp="1"/>
          </p:cNvSpPr>
          <p:nvPr>
            <p:ph type="body" sz="quarter" idx="15"/>
          </p:nvPr>
        </p:nvSpPr>
        <p:spPr>
          <a:xfrm>
            <a:off x="386035" y="4155118"/>
            <a:ext cx="4317603" cy="1684948"/>
          </a:xfrm>
        </p:spPr>
        <p:txBody>
          <a:bodyPr wrap="square">
            <a:spAutoFit/>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2" name="Graphic 1">
            <a:extLst>
              <a:ext uri="{FF2B5EF4-FFF2-40B4-BE49-F238E27FC236}">
                <a16:creationId xmlns:a16="http://schemas.microsoft.com/office/drawing/2014/main" id="{E2FA6E33-C1DD-C1DE-7C6F-82957792F31E}"/>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3" name="TextBox 2">
            <a:extLst>
              <a:ext uri="{FF2B5EF4-FFF2-40B4-BE49-F238E27FC236}">
                <a16:creationId xmlns:a16="http://schemas.microsoft.com/office/drawing/2014/main" id="{8D073452-E314-EB2D-1FC4-135DC2D7775F}"/>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A28DAA59-27D2-784E-D2A1-F51D07814DEC}"/>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130596028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p:cSld name="Quote Purpl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 Placeholder 17">
            <a:extLst>
              <a:ext uri="{FF2B5EF4-FFF2-40B4-BE49-F238E27FC236}">
                <a16:creationId xmlns:a16="http://schemas.microsoft.com/office/drawing/2014/main" id="{C1DAE6E1-94AC-793D-E334-0CF26EA0FEE8}"/>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bg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7" name="Text Placeholder 17">
            <a:extLst>
              <a:ext uri="{FF2B5EF4-FFF2-40B4-BE49-F238E27FC236}">
                <a16:creationId xmlns:a16="http://schemas.microsoft.com/office/drawing/2014/main" id="{F049E1B0-BA0B-F873-361C-6B7CE114B94A}"/>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bg1"/>
                </a:solidFill>
              </a:defRPr>
            </a:lvl1pPr>
          </a:lstStyle>
          <a:p>
            <a:pPr lvl="0"/>
            <a:r>
              <a:rPr lang="en-US" dirty="0"/>
              <a:t>First &amp; Last Name</a:t>
            </a:r>
          </a:p>
        </p:txBody>
      </p:sp>
      <p:pic>
        <p:nvPicPr>
          <p:cNvPr id="5" name="Graphic 4">
            <a:extLst>
              <a:ext uri="{FF2B5EF4-FFF2-40B4-BE49-F238E27FC236}">
                <a16:creationId xmlns:a16="http://schemas.microsoft.com/office/drawing/2014/main" id="{11D55CDA-462C-A7FF-EE12-3FDD8DDBC2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9C2795BC-99C0-3605-DA72-63D94FCF0973}"/>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2" name="Text Placeholder 17">
            <a:extLst>
              <a:ext uri="{FF2B5EF4-FFF2-40B4-BE49-F238E27FC236}">
                <a16:creationId xmlns:a16="http://schemas.microsoft.com/office/drawing/2014/main" id="{D05DB1F1-ACC3-B191-E3E7-7348B83D3D7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bg1"/>
                </a:solidFill>
              </a:defRPr>
            </a:lvl1pPr>
          </a:lstStyle>
          <a:p>
            <a:pPr lvl="0"/>
            <a:r>
              <a:rPr lang="en-US" dirty="0"/>
              <a:t>Title and Company or Institution</a:t>
            </a:r>
          </a:p>
        </p:txBody>
      </p:sp>
      <p:pic>
        <p:nvPicPr>
          <p:cNvPr id="4" name="Graphic 3">
            <a:extLst>
              <a:ext uri="{FF2B5EF4-FFF2-40B4-BE49-F238E27FC236}">
                <a16:creationId xmlns:a16="http://schemas.microsoft.com/office/drawing/2014/main" id="{3F44E2C7-6484-3A24-48A0-1EC4CE2E334F}"/>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8" name="TextBox 7">
            <a:extLst>
              <a:ext uri="{FF2B5EF4-FFF2-40B4-BE49-F238E27FC236}">
                <a16:creationId xmlns:a16="http://schemas.microsoft.com/office/drawing/2014/main" id="{56538370-0C99-95AF-B7F2-D3F6183791A0}"/>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669005053"/>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p:cSld name="Quote Gray">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Graphic 4">
            <a:extLst>
              <a:ext uri="{FF2B5EF4-FFF2-40B4-BE49-F238E27FC236}">
                <a16:creationId xmlns:a16="http://schemas.microsoft.com/office/drawing/2014/main" id="{8E4133EC-B264-3D5F-9CF5-94A59CFE1B1C}"/>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9" name="TextBox 8">
            <a:extLst>
              <a:ext uri="{FF2B5EF4-FFF2-40B4-BE49-F238E27FC236}">
                <a16:creationId xmlns:a16="http://schemas.microsoft.com/office/drawing/2014/main" id="{4515307C-7F1F-2BB9-1D42-4EAB1A2F58C8}"/>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2" name="Text Placeholder 17">
            <a:extLst>
              <a:ext uri="{FF2B5EF4-FFF2-40B4-BE49-F238E27FC236}">
                <a16:creationId xmlns:a16="http://schemas.microsoft.com/office/drawing/2014/main" id="{97C25E61-6B43-DBD5-C2CE-87847F39AAE2}"/>
              </a:ext>
            </a:extLst>
          </p:cNvPr>
          <p:cNvSpPr>
            <a:spLocks noGrp="1"/>
          </p:cNvSpPr>
          <p:nvPr>
            <p:ph type="body" sz="quarter" idx="10" hasCustomPrompt="1"/>
          </p:nvPr>
        </p:nvSpPr>
        <p:spPr>
          <a:xfrm>
            <a:off x="914399" y="2531927"/>
            <a:ext cx="10363202" cy="1579278"/>
          </a:xfrm>
        </p:spPr>
        <p:txBody>
          <a:bodyPr/>
          <a:lstStyle>
            <a:lvl1pPr marL="0" indent="0" algn="ctr">
              <a:lnSpc>
                <a:spcPct val="110000"/>
              </a:lnSpc>
              <a:spcBef>
                <a:spcPts val="0"/>
              </a:spcBef>
              <a:buNone/>
              <a:defRPr sz="3200" b="0" i="1">
                <a:solidFill>
                  <a:schemeClr val="tx1"/>
                </a:solidFill>
              </a:defRPr>
            </a:lvl1pPr>
          </a:lstStyle>
          <a:p>
            <a:r>
              <a:rPr lang="en-US" dirty="0">
                <a:effectLst/>
                <a:latin typeface="Helvetica Neue" panose="02000503000000020004" pitchFamily="2" charset="0"/>
              </a:rPr>
              <a:t>Lorem ipsum dolor sit </a:t>
            </a:r>
            <a:r>
              <a:rPr lang="en-US" dirty="0" err="1">
                <a:effectLst/>
                <a:latin typeface="Helvetica Neue" panose="02000503000000020004" pitchFamily="2" charset="0"/>
              </a:rPr>
              <a:t>amet</a:t>
            </a:r>
            <a:r>
              <a:rPr lang="en-US" dirty="0">
                <a:effectLst/>
                <a:latin typeface="Helvetica Neue" panose="02000503000000020004" pitchFamily="2" charset="0"/>
              </a:rPr>
              <a:t>, </a:t>
            </a:r>
            <a:r>
              <a:rPr lang="en-US" dirty="0" err="1">
                <a:effectLst/>
                <a:latin typeface="Helvetica Neue" panose="02000503000000020004" pitchFamily="2" charset="0"/>
              </a:rPr>
              <a:t>consectetur</a:t>
            </a:r>
            <a:r>
              <a:rPr lang="en-US" dirty="0">
                <a:effectLst/>
                <a:latin typeface="Helvetica Neue" panose="02000503000000020004" pitchFamily="2" charset="0"/>
              </a:rPr>
              <a:t> </a:t>
            </a:r>
            <a:r>
              <a:rPr lang="en-US" dirty="0" err="1">
                <a:effectLst/>
                <a:latin typeface="Helvetica Neue" panose="02000503000000020004" pitchFamily="2" charset="0"/>
              </a:rPr>
              <a:t>adipiscing</a:t>
            </a:r>
            <a:r>
              <a:rPr lang="en-US" dirty="0">
                <a:effectLst/>
                <a:latin typeface="Helvetica Neue" panose="02000503000000020004" pitchFamily="2" charset="0"/>
              </a:rPr>
              <a:t> </a:t>
            </a:r>
            <a:r>
              <a:rPr lang="en-US" dirty="0" err="1">
                <a:effectLst/>
                <a:latin typeface="Helvetica Neue" panose="02000503000000020004" pitchFamily="2" charset="0"/>
              </a:rPr>
              <a:t>elit</a:t>
            </a:r>
            <a:r>
              <a:rPr lang="en-US" dirty="0">
                <a:effectLst/>
                <a:latin typeface="Helvetica Neue" panose="02000503000000020004" pitchFamily="2" charset="0"/>
              </a:rPr>
              <a:t> sed do </a:t>
            </a:r>
            <a:r>
              <a:rPr lang="en-US" dirty="0" err="1">
                <a:effectLst/>
                <a:latin typeface="Helvetica Neue" panose="02000503000000020004" pitchFamily="2" charset="0"/>
              </a:rPr>
              <a:t>eiusmod</a:t>
            </a:r>
            <a:r>
              <a:rPr lang="en-US" dirty="0">
                <a:effectLst/>
                <a:latin typeface="Helvetica Neue" panose="02000503000000020004" pitchFamily="2" charset="0"/>
              </a:rPr>
              <a:t> </a:t>
            </a:r>
            <a:r>
              <a:rPr lang="en-US" dirty="0" err="1">
                <a:effectLst/>
                <a:latin typeface="Helvetica Neue" panose="02000503000000020004" pitchFamily="2" charset="0"/>
              </a:rPr>
              <a:t>tempor</a:t>
            </a:r>
            <a:r>
              <a:rPr lang="en-US" dirty="0">
                <a:effectLst/>
                <a:latin typeface="Helvetica Neue" panose="02000503000000020004" pitchFamily="2" charset="0"/>
              </a:rPr>
              <a:t> </a:t>
            </a:r>
            <a:r>
              <a:rPr lang="en-US" dirty="0" err="1">
                <a:effectLst/>
                <a:latin typeface="Helvetica Neue" panose="02000503000000020004" pitchFamily="2" charset="0"/>
              </a:rPr>
              <a:t>incididunt</a:t>
            </a:r>
            <a:r>
              <a:rPr lang="en-US" dirty="0">
                <a:effectLst/>
                <a:latin typeface="Helvetica Neue" panose="02000503000000020004" pitchFamily="2" charset="0"/>
              </a:rPr>
              <a:t> </a:t>
            </a:r>
            <a:r>
              <a:rPr lang="en-US" dirty="0" err="1">
                <a:effectLst/>
                <a:latin typeface="Helvetica Neue" panose="02000503000000020004" pitchFamily="2" charset="0"/>
              </a:rPr>
              <a:t>ut</a:t>
            </a:r>
            <a:r>
              <a:rPr lang="en-US" dirty="0">
                <a:effectLst/>
                <a:latin typeface="Helvetica Neue" panose="02000503000000020004" pitchFamily="2" charset="0"/>
              </a:rPr>
              <a:t> labore et dolore magna </a:t>
            </a:r>
            <a:r>
              <a:rPr lang="en-US" dirty="0" err="1">
                <a:effectLst/>
                <a:latin typeface="Helvetica Neue" panose="02000503000000020004" pitchFamily="2" charset="0"/>
              </a:rPr>
              <a:t>aliqua</a:t>
            </a:r>
            <a:r>
              <a:rPr lang="en-US" dirty="0">
                <a:effectLst/>
                <a:latin typeface="Helvetica Neue" panose="02000503000000020004" pitchFamily="2" charset="0"/>
              </a:rPr>
              <a:t>. Ut </a:t>
            </a:r>
            <a:r>
              <a:rPr lang="en-US" dirty="0" err="1">
                <a:effectLst/>
                <a:latin typeface="Helvetica Neue" panose="02000503000000020004" pitchFamily="2" charset="0"/>
              </a:rPr>
              <a:t>enim</a:t>
            </a:r>
            <a:r>
              <a:rPr lang="en-US" dirty="0">
                <a:effectLst/>
                <a:latin typeface="Helvetica Neue" panose="02000503000000020004" pitchFamily="2" charset="0"/>
              </a:rPr>
              <a:t> ad minim </a:t>
            </a:r>
            <a:r>
              <a:rPr lang="en-US" dirty="0" err="1">
                <a:effectLst/>
                <a:latin typeface="Helvetica Neue" panose="02000503000000020004" pitchFamily="2" charset="0"/>
              </a:rPr>
              <a:t>veniam</a:t>
            </a:r>
            <a:r>
              <a:rPr lang="en-US" dirty="0">
                <a:effectLst/>
                <a:latin typeface="Helvetica Neue" panose="02000503000000020004" pitchFamily="2" charset="0"/>
              </a:rPr>
              <a:t>.</a:t>
            </a:r>
          </a:p>
        </p:txBody>
      </p:sp>
      <p:sp>
        <p:nvSpPr>
          <p:cNvPr id="4" name="Text Placeholder 17">
            <a:extLst>
              <a:ext uri="{FF2B5EF4-FFF2-40B4-BE49-F238E27FC236}">
                <a16:creationId xmlns:a16="http://schemas.microsoft.com/office/drawing/2014/main" id="{FCEE0479-D5F9-CE3F-36E7-238BA0F4577F}"/>
              </a:ext>
            </a:extLst>
          </p:cNvPr>
          <p:cNvSpPr>
            <a:spLocks noGrp="1"/>
          </p:cNvSpPr>
          <p:nvPr>
            <p:ph type="body" sz="quarter" idx="11" hasCustomPrompt="1"/>
          </p:nvPr>
        </p:nvSpPr>
        <p:spPr>
          <a:xfrm>
            <a:off x="914399" y="4515781"/>
            <a:ext cx="10363202" cy="292452"/>
          </a:xfrm>
        </p:spPr>
        <p:txBody>
          <a:bodyPr>
            <a:spAutoFit/>
          </a:bodyPr>
          <a:lstStyle>
            <a:lvl1pPr marL="0" indent="0" algn="ctr">
              <a:spcBef>
                <a:spcPts val="0"/>
              </a:spcBef>
              <a:buNone/>
              <a:defRPr sz="1800" b="1">
                <a:solidFill>
                  <a:schemeClr val="tx1"/>
                </a:solidFill>
              </a:defRPr>
            </a:lvl1pPr>
          </a:lstStyle>
          <a:p>
            <a:pPr lvl="0"/>
            <a:r>
              <a:rPr lang="en-US" dirty="0"/>
              <a:t>First &amp; Last Name</a:t>
            </a:r>
          </a:p>
        </p:txBody>
      </p:sp>
      <p:sp>
        <p:nvSpPr>
          <p:cNvPr id="8" name="Text Placeholder 17">
            <a:extLst>
              <a:ext uri="{FF2B5EF4-FFF2-40B4-BE49-F238E27FC236}">
                <a16:creationId xmlns:a16="http://schemas.microsoft.com/office/drawing/2014/main" id="{A76AF4FC-9A53-DBD9-C4E3-8F3D9D7DB7DB}"/>
              </a:ext>
            </a:extLst>
          </p:cNvPr>
          <p:cNvSpPr>
            <a:spLocks noGrp="1"/>
          </p:cNvSpPr>
          <p:nvPr>
            <p:ph type="body" sz="quarter" idx="12" hasCustomPrompt="1"/>
          </p:nvPr>
        </p:nvSpPr>
        <p:spPr>
          <a:xfrm>
            <a:off x="914399" y="4893468"/>
            <a:ext cx="10363202" cy="260008"/>
          </a:xfrm>
        </p:spPr>
        <p:txBody>
          <a:bodyPr>
            <a:spAutoFit/>
          </a:bodyPr>
          <a:lstStyle>
            <a:lvl1pPr marL="0" indent="0" algn="ctr">
              <a:spcBef>
                <a:spcPts val="0"/>
              </a:spcBef>
              <a:buNone/>
              <a:defRPr sz="1600" b="0">
                <a:solidFill>
                  <a:schemeClr val="tx1"/>
                </a:solidFill>
              </a:defRPr>
            </a:lvl1pPr>
          </a:lstStyle>
          <a:p>
            <a:pPr lvl="0"/>
            <a:r>
              <a:rPr lang="en-US" dirty="0"/>
              <a:t>Title and Company or Institution</a:t>
            </a:r>
          </a:p>
        </p:txBody>
      </p:sp>
      <p:pic>
        <p:nvPicPr>
          <p:cNvPr id="11" name="Graphic 10">
            <a:extLst>
              <a:ext uri="{FF2B5EF4-FFF2-40B4-BE49-F238E27FC236}">
                <a16:creationId xmlns:a16="http://schemas.microsoft.com/office/drawing/2014/main" id="{FF551E89-4ED8-FCF0-7E9B-2446F24111FB}"/>
              </a:ext>
            </a:extLst>
          </p:cNvPr>
          <p:cNvPicPr>
            <a:picLocks noChangeAspect="1"/>
          </p:cNvPicPr>
          <p:nvPr/>
        </p:nvPicPr>
        <p:blipFill>
          <a:blip r:embed="rId4">
            <a:extLst>
              <a:ext uri="{96DAC541-7B7A-43D3-8B79-37D633B846F1}">
                <asvg:svgBlip xmlns:asvg="http://schemas.microsoft.com/office/drawing/2016/SVG/main" r:embed="rId5"/>
              </a:ext>
            </a:extLst>
          </a:blip>
          <a:srcRect/>
          <a:stretch/>
        </p:blipFill>
        <p:spPr>
          <a:xfrm>
            <a:off x="5618540" y="1374718"/>
            <a:ext cx="954921" cy="954921"/>
          </a:xfrm>
          <a:prstGeom prst="rect">
            <a:avLst/>
          </a:prstGeom>
        </p:spPr>
      </p:pic>
      <p:sp>
        <p:nvSpPr>
          <p:cNvPr id="6" name="TextBox 5">
            <a:extLst>
              <a:ext uri="{FF2B5EF4-FFF2-40B4-BE49-F238E27FC236}">
                <a16:creationId xmlns:a16="http://schemas.microsoft.com/office/drawing/2014/main" id="{759FA4B8-B22A-02CB-D4E5-CDAF1F338C84}"/>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501372371"/>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p:cSld name="Purple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id="{DCC5AC45-371A-D1F2-3506-59FB4F407F5D}"/>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solidFill>
                  <a:schemeClr val="bg1"/>
                </a:solidFill>
              </a:defRPr>
            </a:lvl1pPr>
          </a:lstStyle>
          <a:p>
            <a:pPr lvl="0"/>
            <a:r>
              <a:rPr lang="en-US" dirty="0"/>
              <a:t>Fourth level statement</a:t>
            </a:r>
          </a:p>
        </p:txBody>
      </p:sp>
      <p:pic>
        <p:nvPicPr>
          <p:cNvPr id="2" name="Graphic 1">
            <a:extLst>
              <a:ext uri="{FF2B5EF4-FFF2-40B4-BE49-F238E27FC236}">
                <a16:creationId xmlns:a16="http://schemas.microsoft.com/office/drawing/2014/main" id="{320A3CFF-FF3A-806C-4272-4BD562E45275}"/>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83CB4FD4-52E5-7743-832E-878711B6912D}"/>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6" name="TextBox 5">
            <a:extLst>
              <a:ext uri="{FF2B5EF4-FFF2-40B4-BE49-F238E27FC236}">
                <a16:creationId xmlns:a16="http://schemas.microsoft.com/office/drawing/2014/main" id="{8955BA75-BCED-43A8-374C-ED5B5EB749B9}"/>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808619691"/>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p:cSld name="Green Color Ladder">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3374222F-BE28-8D9C-1B92-E635F1CBA88D}"/>
              </a:ext>
            </a:extLst>
          </p:cNvPr>
          <p:cNvSpPr/>
          <p:nvPr/>
        </p:nvSpPr>
        <p:spPr>
          <a:xfrm>
            <a:off x="0" y="-25400"/>
            <a:ext cx="12192000" cy="2628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1DE53FD-96AB-3992-7C02-A065E96271A5}"/>
              </a:ext>
            </a:extLst>
          </p:cNvPr>
          <p:cNvSpPr/>
          <p:nvPr/>
        </p:nvSpPr>
        <p:spPr>
          <a:xfrm>
            <a:off x="0" y="2311400"/>
            <a:ext cx="12192000" cy="2222500"/>
          </a:xfrm>
          <a:prstGeom prst="rect">
            <a:avLst/>
          </a:prstGeom>
          <a:solidFill>
            <a:schemeClr val="accent2">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946AE80-BBF4-E9AC-E514-521942D4F333}"/>
              </a:ext>
            </a:extLst>
          </p:cNvPr>
          <p:cNvSpPr/>
          <p:nvPr/>
        </p:nvSpPr>
        <p:spPr>
          <a:xfrm>
            <a:off x="0" y="4254500"/>
            <a:ext cx="12192000" cy="1473199"/>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32EC5E17-B3B5-4976-1ABF-427FA62F2672}"/>
              </a:ext>
            </a:extLst>
          </p:cNvPr>
          <p:cNvSpPr/>
          <p:nvPr/>
        </p:nvSpPr>
        <p:spPr>
          <a:xfrm>
            <a:off x="0" y="5562599"/>
            <a:ext cx="12192000" cy="88157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Text Placeholder 15">
            <a:extLst>
              <a:ext uri="{FF2B5EF4-FFF2-40B4-BE49-F238E27FC236}">
                <a16:creationId xmlns:a16="http://schemas.microsoft.com/office/drawing/2014/main" id="{F3AC560F-803C-C500-7A06-7D72D570ACAA}"/>
              </a:ext>
            </a:extLst>
          </p:cNvPr>
          <p:cNvSpPr>
            <a:spLocks noGrp="1"/>
          </p:cNvSpPr>
          <p:nvPr>
            <p:ph type="body" sz="quarter" idx="10" hasCustomPrompt="1"/>
          </p:nvPr>
        </p:nvSpPr>
        <p:spPr>
          <a:xfrm>
            <a:off x="338598" y="266700"/>
            <a:ext cx="11510502" cy="430887"/>
          </a:xfrm>
        </p:spPr>
        <p:txBody>
          <a:bodyPr/>
          <a:lstStyle>
            <a:lvl1pPr marL="0" indent="0">
              <a:lnSpc>
                <a:spcPct val="100000"/>
              </a:lnSpc>
              <a:spcAft>
                <a:spcPts val="0"/>
              </a:spcAft>
              <a:buNone/>
              <a:defRPr sz="2800" b="1"/>
            </a:lvl1pPr>
          </a:lstStyle>
          <a:p>
            <a:pPr lvl="0"/>
            <a:r>
              <a:rPr lang="en-US" dirty="0"/>
              <a:t>Insert Eyebrow copy</a:t>
            </a:r>
          </a:p>
        </p:txBody>
      </p:sp>
      <p:sp>
        <p:nvSpPr>
          <p:cNvPr id="17" name="Text Placeholder 15">
            <a:extLst>
              <a:ext uri="{FF2B5EF4-FFF2-40B4-BE49-F238E27FC236}">
                <a16:creationId xmlns:a16="http://schemas.microsoft.com/office/drawing/2014/main" id="{D7175254-6888-0D7A-73D9-BAB846174361}"/>
              </a:ext>
            </a:extLst>
          </p:cNvPr>
          <p:cNvSpPr>
            <a:spLocks noGrp="1"/>
          </p:cNvSpPr>
          <p:nvPr>
            <p:ph type="body" sz="quarter" idx="11" hasCustomPrompt="1"/>
          </p:nvPr>
        </p:nvSpPr>
        <p:spPr>
          <a:xfrm>
            <a:off x="338598" y="768078"/>
            <a:ext cx="11510502" cy="1477328"/>
          </a:xfrm>
        </p:spPr>
        <p:txBody>
          <a:bodyPr/>
          <a:lstStyle>
            <a:lvl1pPr marL="0" indent="0">
              <a:lnSpc>
                <a:spcPct val="100000"/>
              </a:lnSpc>
              <a:spcAft>
                <a:spcPts val="0"/>
              </a:spcAft>
              <a:buNone/>
              <a:defRPr sz="9600" b="1"/>
            </a:lvl1pPr>
          </a:lstStyle>
          <a:p>
            <a:pPr lvl="0"/>
            <a:r>
              <a:rPr lang="en-US" dirty="0"/>
              <a:t>Main Headline</a:t>
            </a:r>
          </a:p>
        </p:txBody>
      </p:sp>
      <p:sp>
        <p:nvSpPr>
          <p:cNvPr id="18" name="Text Placeholder 15">
            <a:extLst>
              <a:ext uri="{FF2B5EF4-FFF2-40B4-BE49-F238E27FC236}">
                <a16:creationId xmlns:a16="http://schemas.microsoft.com/office/drawing/2014/main" id="{C700BDF8-0D95-F5D3-DE70-6F94479F0798}"/>
              </a:ext>
            </a:extLst>
          </p:cNvPr>
          <p:cNvSpPr>
            <a:spLocks noGrp="1"/>
          </p:cNvSpPr>
          <p:nvPr>
            <p:ph type="body" sz="quarter" idx="12" hasCustomPrompt="1"/>
          </p:nvPr>
        </p:nvSpPr>
        <p:spPr>
          <a:xfrm>
            <a:off x="338598" y="2311399"/>
            <a:ext cx="11510502" cy="1943101"/>
          </a:xfrm>
        </p:spPr>
        <p:txBody>
          <a:bodyPr anchor="ctr" anchorCtr="0">
            <a:noAutofit/>
          </a:bodyPr>
          <a:lstStyle>
            <a:lvl1pPr marL="0" indent="0">
              <a:lnSpc>
                <a:spcPct val="100000"/>
              </a:lnSpc>
              <a:spcAft>
                <a:spcPts val="0"/>
              </a:spcAft>
              <a:buNone/>
              <a:defRPr sz="7200" b="1"/>
            </a:lvl1pPr>
          </a:lstStyle>
          <a:p>
            <a:pPr lvl="0"/>
            <a:r>
              <a:rPr lang="en-US" dirty="0"/>
              <a:t>Second level statement </a:t>
            </a:r>
          </a:p>
        </p:txBody>
      </p:sp>
      <p:sp>
        <p:nvSpPr>
          <p:cNvPr id="19" name="Text Placeholder 15">
            <a:extLst>
              <a:ext uri="{FF2B5EF4-FFF2-40B4-BE49-F238E27FC236}">
                <a16:creationId xmlns:a16="http://schemas.microsoft.com/office/drawing/2014/main" id="{3EFF4A6F-B443-2BFD-5274-C4CEDB33249F}"/>
              </a:ext>
            </a:extLst>
          </p:cNvPr>
          <p:cNvSpPr>
            <a:spLocks noGrp="1"/>
          </p:cNvSpPr>
          <p:nvPr>
            <p:ph type="body" sz="quarter" idx="13" hasCustomPrompt="1"/>
          </p:nvPr>
        </p:nvSpPr>
        <p:spPr>
          <a:xfrm>
            <a:off x="325898" y="4254499"/>
            <a:ext cx="11510502" cy="1308099"/>
          </a:xfrm>
        </p:spPr>
        <p:txBody>
          <a:bodyPr anchor="ctr" anchorCtr="0">
            <a:noAutofit/>
          </a:bodyPr>
          <a:lstStyle>
            <a:lvl1pPr marL="0" indent="0">
              <a:lnSpc>
                <a:spcPct val="100000"/>
              </a:lnSpc>
              <a:spcAft>
                <a:spcPts val="0"/>
              </a:spcAft>
              <a:buNone/>
              <a:defRPr sz="5400" b="0"/>
            </a:lvl1pPr>
          </a:lstStyle>
          <a:p>
            <a:pPr lvl="0"/>
            <a:r>
              <a:rPr lang="en-US" dirty="0"/>
              <a:t>Third level statement</a:t>
            </a:r>
          </a:p>
        </p:txBody>
      </p:sp>
      <p:sp>
        <p:nvSpPr>
          <p:cNvPr id="20" name="Text Placeholder 15">
            <a:extLst>
              <a:ext uri="{FF2B5EF4-FFF2-40B4-BE49-F238E27FC236}">
                <a16:creationId xmlns:a16="http://schemas.microsoft.com/office/drawing/2014/main" id="{68C87247-A369-32C8-E069-B1E624079C76}"/>
              </a:ext>
            </a:extLst>
          </p:cNvPr>
          <p:cNvSpPr>
            <a:spLocks noGrp="1"/>
          </p:cNvSpPr>
          <p:nvPr>
            <p:ph type="body" sz="quarter" idx="14" hasCustomPrompt="1"/>
          </p:nvPr>
        </p:nvSpPr>
        <p:spPr>
          <a:xfrm>
            <a:off x="325898" y="5562598"/>
            <a:ext cx="11510502" cy="736601"/>
          </a:xfrm>
        </p:spPr>
        <p:txBody>
          <a:bodyPr anchor="ctr" anchorCtr="0">
            <a:noAutofit/>
          </a:bodyPr>
          <a:lstStyle>
            <a:lvl1pPr marL="0" indent="0">
              <a:lnSpc>
                <a:spcPct val="100000"/>
              </a:lnSpc>
              <a:spcAft>
                <a:spcPts val="0"/>
              </a:spcAft>
              <a:buNone/>
              <a:defRPr sz="3600" b="0"/>
            </a:lvl1pPr>
          </a:lstStyle>
          <a:p>
            <a:pPr lvl="0"/>
            <a:r>
              <a:rPr lang="en-US" dirty="0"/>
              <a:t>Fourth level statement</a:t>
            </a:r>
          </a:p>
        </p:txBody>
      </p:sp>
      <p:sp>
        <p:nvSpPr>
          <p:cNvPr id="2" name="Rectangle 1">
            <a:extLst>
              <a:ext uri="{FF2B5EF4-FFF2-40B4-BE49-F238E27FC236}">
                <a16:creationId xmlns:a16="http://schemas.microsoft.com/office/drawing/2014/main" id="{ABC92165-EA63-BA70-B09C-3AE3A0E3B988}"/>
              </a:ext>
            </a:extLst>
          </p:cNvPr>
          <p:cNvSpPr/>
          <p:nvPr/>
        </p:nvSpPr>
        <p:spPr>
          <a:xfrm>
            <a:off x="0" y="6351180"/>
            <a:ext cx="12192000" cy="506819"/>
          </a:xfrm>
          <a:prstGeom prst="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Graphic 2">
            <a:extLst>
              <a:ext uri="{FF2B5EF4-FFF2-40B4-BE49-F238E27FC236}">
                <a16:creationId xmlns:a16="http://schemas.microsoft.com/office/drawing/2014/main" id="{B8487BB2-49A0-1AD0-6AEA-A6BA00965FB2}"/>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36D645B4-C9BC-C447-40CC-BED53F5C40F2}"/>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bg1"/>
                </a:solidFill>
              </a:rPr>
              <a:pPr algn="r"/>
              <a:t>‹Nº›</a:t>
            </a:fld>
            <a:endParaRPr lang="en-US" sz="900" dirty="0">
              <a:solidFill>
                <a:schemeClr val="bg1"/>
              </a:solidFill>
            </a:endParaRPr>
          </a:p>
        </p:txBody>
      </p:sp>
      <p:sp>
        <p:nvSpPr>
          <p:cNvPr id="4" name="TextBox 3">
            <a:extLst>
              <a:ext uri="{FF2B5EF4-FFF2-40B4-BE49-F238E27FC236}">
                <a16:creationId xmlns:a16="http://schemas.microsoft.com/office/drawing/2014/main" id="{06D9A09A-FC77-0C42-3399-4228AB66473E}"/>
              </a:ext>
            </a:extLst>
          </p:cNvPr>
          <p:cNvSpPr txBox="1"/>
          <p:nvPr/>
        </p:nvSpPr>
        <p:spPr>
          <a:xfrm>
            <a:off x="9215120" y="6570337"/>
            <a:ext cx="2282476"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488182112"/>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035BE7A-2092-E334-9925-A2CD0ED61EC1}"/>
              </a:ext>
            </a:extLst>
          </p:cNvPr>
          <p:cNvSpPr txBox="1"/>
          <p:nvPr/>
        </p:nvSpPr>
        <p:spPr>
          <a:xfrm>
            <a:off x="836428" y="2435962"/>
            <a:ext cx="10441173" cy="1769715"/>
          </a:xfrm>
          <a:prstGeom prst="rect">
            <a:avLst/>
          </a:prstGeom>
          <a:noFill/>
        </p:spPr>
        <p:txBody>
          <a:bodyPr wrap="square" lIns="0" tIns="0" rIns="0" bIns="0" rtlCol="0">
            <a:spAutoFit/>
          </a:bodyPr>
          <a:lstStyle/>
          <a:p>
            <a:pPr algn="ctr"/>
            <a:r>
              <a:rPr lang="en-US" sz="11500" b="1" dirty="0">
                <a:solidFill>
                  <a:schemeClr val="bg1"/>
                </a:solidFill>
              </a:rPr>
              <a:t>Thank You</a:t>
            </a:r>
          </a:p>
        </p:txBody>
      </p:sp>
      <p:sp>
        <p:nvSpPr>
          <p:cNvPr id="9" name="Text Placeholder 17">
            <a:extLst>
              <a:ext uri="{FF2B5EF4-FFF2-40B4-BE49-F238E27FC236}">
                <a16:creationId xmlns:a16="http://schemas.microsoft.com/office/drawing/2014/main" id="{C141F636-6F6B-39E0-D74A-E2DC465DEF1A}"/>
              </a:ext>
            </a:extLst>
          </p:cNvPr>
          <p:cNvSpPr>
            <a:spLocks noGrp="1"/>
          </p:cNvSpPr>
          <p:nvPr>
            <p:ph type="body" sz="quarter" idx="11" hasCustomPrompt="1"/>
          </p:nvPr>
        </p:nvSpPr>
        <p:spPr>
          <a:xfrm>
            <a:off x="2556897" y="4302308"/>
            <a:ext cx="7078206" cy="389915"/>
          </a:xfrm>
        </p:spPr>
        <p:txBody>
          <a:bodyPr>
            <a:spAutoFit/>
          </a:bodyPr>
          <a:lstStyle>
            <a:lvl1pPr marL="0" indent="0" algn="ctr">
              <a:spcBef>
                <a:spcPts val="0"/>
              </a:spcBef>
              <a:buNone/>
              <a:defRPr sz="2400" b="1">
                <a:solidFill>
                  <a:schemeClr val="bg1"/>
                </a:solidFill>
              </a:defRPr>
            </a:lvl1pPr>
          </a:lstStyle>
          <a:p>
            <a:pPr lvl="0"/>
            <a:r>
              <a:rPr lang="en-US" dirty="0"/>
              <a:t>Presenter Name</a:t>
            </a:r>
          </a:p>
        </p:txBody>
      </p:sp>
      <p:sp>
        <p:nvSpPr>
          <p:cNvPr id="11" name="Text Placeholder 17">
            <a:extLst>
              <a:ext uri="{FF2B5EF4-FFF2-40B4-BE49-F238E27FC236}">
                <a16:creationId xmlns:a16="http://schemas.microsoft.com/office/drawing/2014/main" id="{15F716EA-D293-96D7-C5A7-61FE08272CBD}"/>
              </a:ext>
            </a:extLst>
          </p:cNvPr>
          <p:cNvSpPr>
            <a:spLocks noGrp="1"/>
          </p:cNvSpPr>
          <p:nvPr>
            <p:ph type="body" sz="quarter" idx="12" hasCustomPrompt="1"/>
          </p:nvPr>
        </p:nvSpPr>
        <p:spPr>
          <a:xfrm>
            <a:off x="2556897" y="4735941"/>
            <a:ext cx="7078206" cy="324961"/>
          </a:xfrm>
        </p:spPr>
        <p:txBody>
          <a:bodyPr>
            <a:spAutoFit/>
          </a:bodyPr>
          <a:lstStyle>
            <a:lvl1pPr marL="0" indent="0" algn="ctr">
              <a:spcBef>
                <a:spcPts val="0"/>
              </a:spcBef>
              <a:buNone/>
              <a:defRPr sz="2000" b="0">
                <a:solidFill>
                  <a:schemeClr val="bg1"/>
                </a:solidFill>
              </a:defRPr>
            </a:lvl1pPr>
          </a:lstStyle>
          <a:p>
            <a:pPr lvl="0"/>
            <a:r>
              <a:rPr lang="en-US" dirty="0" err="1"/>
              <a:t>PresenterEmail@Ellucian.com</a:t>
            </a:r>
            <a:endParaRPr lang="en-US" dirty="0"/>
          </a:p>
        </p:txBody>
      </p:sp>
      <p:pic>
        <p:nvPicPr>
          <p:cNvPr id="2" name="Graphic 1">
            <a:extLst>
              <a:ext uri="{FF2B5EF4-FFF2-40B4-BE49-F238E27FC236}">
                <a16:creationId xmlns:a16="http://schemas.microsoft.com/office/drawing/2014/main" id="{7C871F66-B895-DB0B-1D73-90E74A3951CA}"/>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4" name="TextBox 3">
            <a:extLst>
              <a:ext uri="{FF2B5EF4-FFF2-40B4-BE49-F238E27FC236}">
                <a16:creationId xmlns:a16="http://schemas.microsoft.com/office/drawing/2014/main" id="{53435677-394B-4E5D-4CD3-2D77A2110358}"/>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bg1"/>
                </a:solidFill>
              </a:rPr>
              <a:t>©2025 Ellucian. Confidential and Proprietary</a:t>
            </a:r>
          </a:p>
        </p:txBody>
      </p:sp>
    </p:spTree>
    <p:extLst>
      <p:ext uri="{BB962C8B-B14F-4D97-AF65-F5344CB8AC3E}">
        <p14:creationId xmlns:p14="http://schemas.microsoft.com/office/powerpoint/2010/main" val="3591813148"/>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p:cSld name="Questions">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E1BBC57-2A7B-F916-1726-A8A00107824A}"/>
              </a:ext>
            </a:extLst>
          </p:cNvPr>
          <p:cNvSpPr/>
          <p:nvPr/>
        </p:nvSpPr>
        <p:spPr>
          <a:xfrm>
            <a:off x="0" y="0"/>
            <a:ext cx="12192000" cy="6858000"/>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accent1"/>
              </a:solidFill>
            </a:endParaRPr>
          </a:p>
        </p:txBody>
      </p:sp>
      <p:sp>
        <p:nvSpPr>
          <p:cNvPr id="5" name="TextBox 4">
            <a:extLst>
              <a:ext uri="{FF2B5EF4-FFF2-40B4-BE49-F238E27FC236}">
                <a16:creationId xmlns:a16="http://schemas.microsoft.com/office/drawing/2014/main" id="{58229B27-8CB8-A4DF-B214-C621F3644437}"/>
              </a:ext>
            </a:extLst>
          </p:cNvPr>
          <p:cNvSpPr txBox="1"/>
          <p:nvPr/>
        </p:nvSpPr>
        <p:spPr>
          <a:xfrm>
            <a:off x="836428" y="2544142"/>
            <a:ext cx="10441173" cy="1769715"/>
          </a:xfrm>
          <a:prstGeom prst="rect">
            <a:avLst/>
          </a:prstGeom>
          <a:noFill/>
        </p:spPr>
        <p:txBody>
          <a:bodyPr wrap="square" lIns="0" tIns="0" rIns="0" bIns="0" rtlCol="0">
            <a:spAutoFit/>
          </a:bodyPr>
          <a:lstStyle/>
          <a:p>
            <a:pPr algn="ctr"/>
            <a:r>
              <a:rPr lang="en-US" sz="11500" b="1" dirty="0">
                <a:solidFill>
                  <a:schemeClr val="accent1"/>
                </a:solidFill>
              </a:rPr>
              <a:t>Questions?</a:t>
            </a:r>
          </a:p>
        </p:txBody>
      </p:sp>
      <p:pic>
        <p:nvPicPr>
          <p:cNvPr id="2" name="Graphic 1">
            <a:extLst>
              <a:ext uri="{FF2B5EF4-FFF2-40B4-BE49-F238E27FC236}">
                <a16:creationId xmlns:a16="http://schemas.microsoft.com/office/drawing/2014/main" id="{C0225686-2493-61CB-BED8-8CD6B90C882D}"/>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78777" y="6474193"/>
            <a:ext cx="820683" cy="198585"/>
          </a:xfrm>
          <a:prstGeom prst="rect">
            <a:avLst/>
          </a:prstGeom>
        </p:spPr>
      </p:pic>
      <p:sp>
        <p:nvSpPr>
          <p:cNvPr id="6" name="TextBox 5">
            <a:extLst>
              <a:ext uri="{FF2B5EF4-FFF2-40B4-BE49-F238E27FC236}">
                <a16:creationId xmlns:a16="http://schemas.microsoft.com/office/drawing/2014/main" id="{3757E6F9-39D1-A7B6-72FA-6CB25BEA039E}"/>
              </a:ext>
            </a:extLst>
          </p:cNvPr>
          <p:cNvSpPr txBox="1"/>
          <p:nvPr/>
        </p:nvSpPr>
        <p:spPr>
          <a:xfrm>
            <a:off x="9635103" y="6562717"/>
            <a:ext cx="2371044"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1026936295"/>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18488C-B055-D09C-D997-3A7FCA29454A}"/>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419"/>
          </a:p>
        </p:txBody>
      </p:sp>
      <p:sp>
        <p:nvSpPr>
          <p:cNvPr id="3" name="Subtítulo 2">
            <a:extLst>
              <a:ext uri="{FF2B5EF4-FFF2-40B4-BE49-F238E27FC236}">
                <a16:creationId xmlns:a16="http://schemas.microsoft.com/office/drawing/2014/main" id="{4F822AF2-2615-432F-038F-912A880B9AB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419"/>
          </a:p>
        </p:txBody>
      </p:sp>
      <p:sp>
        <p:nvSpPr>
          <p:cNvPr id="4" name="Marcador de fecha 3">
            <a:extLst>
              <a:ext uri="{FF2B5EF4-FFF2-40B4-BE49-F238E27FC236}">
                <a16:creationId xmlns:a16="http://schemas.microsoft.com/office/drawing/2014/main" id="{726FCCEB-ACCA-75CB-F0DF-3F3BC5FBE983}"/>
              </a:ext>
            </a:extLst>
          </p:cNvPr>
          <p:cNvSpPr>
            <a:spLocks noGrp="1"/>
          </p:cNvSpPr>
          <p:nvPr>
            <p:ph type="dt" sz="half" idx="10"/>
          </p:nvPr>
        </p:nvSpPr>
        <p:spPr/>
        <p:txBody>
          <a:bodyPr/>
          <a:lstStyle/>
          <a:p>
            <a:fld id="{C9BA6134-9B25-412B-8FBF-B14BEDBA912D}" type="datetimeFigureOut">
              <a:rPr lang="es-CL" smtClean="0"/>
              <a:t>22-09-2026</a:t>
            </a:fld>
            <a:endParaRPr lang="es-CL"/>
          </a:p>
        </p:txBody>
      </p:sp>
      <p:sp>
        <p:nvSpPr>
          <p:cNvPr id="5" name="Marcador de pie de página 4">
            <a:extLst>
              <a:ext uri="{FF2B5EF4-FFF2-40B4-BE49-F238E27FC236}">
                <a16:creationId xmlns:a16="http://schemas.microsoft.com/office/drawing/2014/main" id="{6B0BEB1F-BCFD-D511-2592-8A4609C73ADD}"/>
              </a:ext>
            </a:extLst>
          </p:cNvPr>
          <p:cNvSpPr>
            <a:spLocks noGrp="1"/>
          </p:cNvSpPr>
          <p:nvPr>
            <p:ph type="ftr" sz="quarter" idx="11"/>
          </p:nvPr>
        </p:nvSpPr>
        <p:spPr/>
        <p:txBody>
          <a:bodyPr/>
          <a:lstStyle/>
          <a:p>
            <a:endParaRPr lang="es-CL"/>
          </a:p>
        </p:txBody>
      </p:sp>
      <p:sp>
        <p:nvSpPr>
          <p:cNvPr id="6" name="Marcador de número de diapositiva 5">
            <a:extLst>
              <a:ext uri="{FF2B5EF4-FFF2-40B4-BE49-F238E27FC236}">
                <a16:creationId xmlns:a16="http://schemas.microsoft.com/office/drawing/2014/main" id="{F6FC865D-B77C-F26A-FE70-2498C9B6F62F}"/>
              </a:ext>
            </a:extLst>
          </p:cNvPr>
          <p:cNvSpPr>
            <a:spLocks noGrp="1"/>
          </p:cNvSpPr>
          <p:nvPr>
            <p:ph type="sldNum" sz="quarter" idx="12"/>
          </p:nvPr>
        </p:nvSpPr>
        <p:spPr/>
        <p:txBody>
          <a:bodyPr/>
          <a:lstStyle/>
          <a:p>
            <a:fld id="{BAD56BAB-9B7B-4C09-8A45-659D39241E09}" type="slidenum">
              <a:rPr lang="es-CL" smtClean="0"/>
              <a:t>‹Nº›</a:t>
            </a:fld>
            <a:endParaRPr lang="es-CL"/>
          </a:p>
        </p:txBody>
      </p:sp>
    </p:spTree>
    <p:extLst>
      <p:ext uri="{BB962C8B-B14F-4D97-AF65-F5344CB8AC3E}">
        <p14:creationId xmlns:p14="http://schemas.microsoft.com/office/powerpoint/2010/main" val="2611932893"/>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cSld name="Cover">
    <p:bg>
      <p:bgPr>
        <a:solidFill>
          <a:srgbClr val="33004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8D2615-324D-B5FF-2EBE-81DB544E729B}"/>
              </a:ext>
            </a:extLst>
          </p:cNvPr>
          <p:cNvSpPr>
            <a:spLocks noGrp="1"/>
          </p:cNvSpPr>
          <p:nvPr>
            <p:ph type="title"/>
          </p:nvPr>
        </p:nvSpPr>
        <p:spPr>
          <a:xfrm>
            <a:off x="609599" y="2285997"/>
            <a:ext cx="7317783" cy="1282485"/>
          </a:xfrm>
        </p:spPr>
        <p:txBody>
          <a:bodyPr lIns="0" anchor="b" anchorCtr="0">
            <a:noAutofit/>
          </a:bodyPr>
          <a:lstStyle>
            <a:lvl1pPr>
              <a:defRPr sz="3200" b="1">
                <a:solidFill>
                  <a:schemeClr val="bg1"/>
                </a:solidFill>
              </a:defRPr>
            </a:lvl1pPr>
          </a:lstStyle>
          <a:p>
            <a:r>
              <a:rPr lang="es-MX"/>
              <a:t>Haz clic para modificar el estilo de título del patrón</a:t>
            </a:r>
            <a:endParaRPr lang="en-US" dirty="0"/>
          </a:p>
        </p:txBody>
      </p:sp>
      <p:sp>
        <p:nvSpPr>
          <p:cNvPr id="6" name="Text Placeholder 5">
            <a:extLst>
              <a:ext uri="{FF2B5EF4-FFF2-40B4-BE49-F238E27FC236}">
                <a16:creationId xmlns:a16="http://schemas.microsoft.com/office/drawing/2014/main" id="{698C979F-7ABF-A5C6-5C58-6DD9C3DA76E9}"/>
              </a:ext>
            </a:extLst>
          </p:cNvPr>
          <p:cNvSpPr>
            <a:spLocks noGrp="1"/>
          </p:cNvSpPr>
          <p:nvPr>
            <p:ph type="body" sz="quarter" idx="18"/>
          </p:nvPr>
        </p:nvSpPr>
        <p:spPr>
          <a:xfrm>
            <a:off x="609599" y="3792020"/>
            <a:ext cx="7317783" cy="774441"/>
          </a:xfrm>
        </p:spPr>
        <p:txBody>
          <a:bodyPr l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s-MX"/>
              <a:t>Haga clic para modificar los estilos de texto del patrón</a:t>
            </a:r>
          </a:p>
        </p:txBody>
      </p:sp>
      <p:sp>
        <p:nvSpPr>
          <p:cNvPr id="9" name="Text Placeholder 5">
            <a:extLst>
              <a:ext uri="{FF2B5EF4-FFF2-40B4-BE49-F238E27FC236}">
                <a16:creationId xmlns:a16="http://schemas.microsoft.com/office/drawing/2014/main" id="{7118141F-3632-B706-5864-39BC20F0FDE2}"/>
              </a:ext>
            </a:extLst>
          </p:cNvPr>
          <p:cNvSpPr>
            <a:spLocks noGrp="1"/>
          </p:cNvSpPr>
          <p:nvPr>
            <p:ph type="body" sz="quarter" idx="19" hasCustomPrompt="1"/>
          </p:nvPr>
        </p:nvSpPr>
        <p:spPr>
          <a:xfrm>
            <a:off x="609600" y="5186273"/>
            <a:ext cx="7092820" cy="1056694"/>
          </a:xfrm>
        </p:spPr>
        <p:txBody>
          <a:bodyPr lIns="0" anchor="b">
            <a:noAutofit/>
          </a:bodyPr>
          <a:lstStyle>
            <a:lvl1pPr marL="0" indent="0">
              <a:lnSpc>
                <a:spcPct val="100000"/>
              </a:lnSpc>
              <a:spcBef>
                <a:spcPts val="600"/>
              </a:spcBef>
              <a:buClr>
                <a:schemeClr val="accent2"/>
              </a:buClr>
              <a:buFont typeface="Arial" panose="020B0604020202020204" pitchFamily="34" charset="0"/>
              <a:buNone/>
              <a:tabLst/>
              <a:defRPr sz="12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pPr marL="0" marR="0" lvl="0" indent="0" algn="l" defTabSz="914400" rtl="0" eaLnBrk="1" fontAlgn="auto" latinLnBrk="0" hangingPunct="1">
              <a:lnSpc>
                <a:spcPct val="100000"/>
              </a:lnSpc>
              <a:spcBef>
                <a:spcPts val="10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a:p>
            <a:pPr marL="0" marR="0" lvl="0" indent="0" algn="l" defTabSz="914400" rtl="0" eaLnBrk="1" fontAlgn="auto" latinLnBrk="0" hangingPunct="1">
              <a:lnSpc>
                <a:spcPct val="100000"/>
              </a:lnSpc>
              <a:spcBef>
                <a:spcPts val="400"/>
              </a:spcBef>
              <a:spcAft>
                <a:spcPts val="0"/>
              </a:spcAft>
              <a:buClr>
                <a:schemeClr val="accent2"/>
              </a:buClr>
              <a:buSzTx/>
              <a:buFont typeface="Arial" panose="020B0604020202020204" pitchFamily="34" charset="0"/>
              <a:buNone/>
              <a:tabLst/>
              <a:defRPr/>
            </a:pPr>
            <a:r>
              <a:rPr lang="en-US" dirty="0"/>
              <a:t>Name, Job Title</a:t>
            </a:r>
          </a:p>
        </p:txBody>
      </p:sp>
      <p:sp>
        <p:nvSpPr>
          <p:cNvPr id="12" name="Text Placeholder 11">
            <a:extLst>
              <a:ext uri="{FF2B5EF4-FFF2-40B4-BE49-F238E27FC236}">
                <a16:creationId xmlns:a16="http://schemas.microsoft.com/office/drawing/2014/main" id="{6176DD36-E885-ABAF-DBBD-C96AC12C7782}"/>
              </a:ext>
            </a:extLst>
          </p:cNvPr>
          <p:cNvSpPr>
            <a:spLocks noGrp="1"/>
          </p:cNvSpPr>
          <p:nvPr>
            <p:ph type="body" sz="quarter" idx="20" hasCustomPrompt="1"/>
          </p:nvPr>
        </p:nvSpPr>
        <p:spPr>
          <a:xfrm>
            <a:off x="9209088" y="5603032"/>
            <a:ext cx="2373312" cy="569168"/>
          </a:xfrm>
        </p:spPr>
        <p:txBody>
          <a:bodyPr rIns="0" bIns="0" anchor="b" anchorCtr="0">
            <a:noAutofit/>
          </a:bodyPr>
          <a:lstStyle>
            <a:lvl1pPr marL="0" indent="0" algn="r">
              <a:buNone/>
              <a:defRPr sz="1200">
                <a:solidFill>
                  <a:schemeClr val="bg1"/>
                </a:solidFill>
              </a:defRPr>
            </a:lvl1pPr>
            <a:lvl2pPr marL="457200" indent="0" algn="r">
              <a:buNone/>
              <a:defRPr sz="1600">
                <a:solidFill>
                  <a:schemeClr val="bg1"/>
                </a:solidFill>
              </a:defRPr>
            </a:lvl2pPr>
            <a:lvl3pPr marL="914400" indent="0" algn="r">
              <a:buNone/>
              <a:defRPr sz="1400">
                <a:solidFill>
                  <a:schemeClr val="bg1"/>
                </a:solidFill>
              </a:defRPr>
            </a:lvl3pPr>
            <a:lvl4pPr marL="1371600" indent="0" algn="r">
              <a:buNone/>
              <a:defRPr sz="1200">
                <a:solidFill>
                  <a:schemeClr val="bg1"/>
                </a:solidFill>
              </a:defRPr>
            </a:lvl4pPr>
            <a:lvl5pPr marL="1828800" indent="0" algn="r">
              <a:buNone/>
              <a:defRPr sz="1200">
                <a:solidFill>
                  <a:schemeClr val="bg1"/>
                </a:solidFill>
              </a:defRPr>
            </a:lvl5pPr>
          </a:lstStyle>
          <a:p>
            <a:pPr lvl="0"/>
            <a:r>
              <a:rPr lang="en-US" dirty="0"/>
              <a:t>Month XX, 20XX</a:t>
            </a:r>
          </a:p>
        </p:txBody>
      </p:sp>
    </p:spTree>
    <p:extLst>
      <p:ext uri="{BB962C8B-B14F-4D97-AF65-F5344CB8AC3E}">
        <p14:creationId xmlns:p14="http://schemas.microsoft.com/office/powerpoint/2010/main" val="206194776"/>
      </p:ext>
    </p:extLst>
  </p:cSld>
  <p:clrMapOvr>
    <a:masterClrMapping/>
  </p:clrMapOvr>
  <p:extLst>
    <p:ext uri="{DCECCB84-F9BA-43D5-87BE-67443E8EF086}">
      <p15:sldGuideLst xmlns:p15="http://schemas.microsoft.com/office/powerpoint/2012/main"/>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cSld name="Section Divider">
    <p:bg>
      <p:bgPr>
        <a:solidFill>
          <a:schemeClr val="accent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1760162414"/>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cSld name="1-Up ">
    <p:bg>
      <p:bgPr>
        <a:solidFill>
          <a:schemeClr val="bg1">
            <a:alpha val="20231"/>
          </a:schemeClr>
        </a:solidFill>
        <a:effectLst/>
      </p:bgPr>
    </p:bg>
    <p:spTree>
      <p:nvGrpSpPr>
        <p:cNvPr id="1" name=""/>
        <p:cNvGrpSpPr/>
        <p:nvPr/>
      </p:nvGrpSpPr>
      <p:grpSpPr>
        <a:xfrm>
          <a:off x="0" y="0"/>
          <a:ext cx="0" cy="0"/>
          <a:chOff x="0" y="0"/>
          <a:chExt cx="0" cy="0"/>
        </a:xfrm>
      </p:grpSpPr>
      <p:sp>
        <p:nvSpPr>
          <p:cNvPr id="3" name="Text Placeholder 5">
            <a:extLst>
              <a:ext uri="{FF2B5EF4-FFF2-40B4-BE49-F238E27FC236}">
                <a16:creationId xmlns:a16="http://schemas.microsoft.com/office/drawing/2014/main" id="{2D92EE01-92FE-27B7-8491-8AE3AAC0FEF1}"/>
              </a:ext>
            </a:extLst>
          </p:cNvPr>
          <p:cNvSpPr>
            <a:spLocks noGrp="1"/>
          </p:cNvSpPr>
          <p:nvPr>
            <p:ph type="body" sz="quarter" idx="18"/>
          </p:nvPr>
        </p:nvSpPr>
        <p:spPr>
          <a:xfrm>
            <a:off x="1104900" y="1905002"/>
            <a:ext cx="10477499" cy="4267198"/>
          </a:xfrm>
        </p:spPr>
        <p:txBody>
          <a:bodyPr>
            <a:noAutofit/>
          </a:bodyPr>
          <a:lstStyle>
            <a:lvl1pPr marL="174625" indent="-174625">
              <a:lnSpc>
                <a:spcPct val="100000"/>
              </a:lnSpc>
              <a:buClr>
                <a:schemeClr val="accent2"/>
              </a:buClr>
              <a:buFont typeface="Arial" panose="020B0604020202020204" pitchFamily="34" charset="0"/>
              <a:buChar char="•"/>
              <a:tabLst/>
              <a:defRPr sz="1600">
                <a:solidFill>
                  <a:schemeClr val="tx1"/>
                </a:solidFill>
              </a:defRPr>
            </a:lvl1pPr>
            <a:lvl2pPr marL="342900" indent="-168275">
              <a:lnSpc>
                <a:spcPct val="100000"/>
              </a:lnSpc>
              <a:buClr>
                <a:schemeClr val="accent2"/>
              </a:buClr>
              <a:buFont typeface="Arial" panose="020B0604020202020204" pitchFamily="34" charset="0"/>
              <a:buChar char="•"/>
              <a:tabLst/>
              <a:defRPr sz="1600">
                <a:solidFill>
                  <a:schemeClr val="tx1"/>
                </a:solidFill>
              </a:defRPr>
            </a:lvl2pPr>
            <a:lvl3pPr marL="519113" indent="-176213">
              <a:lnSpc>
                <a:spcPct val="100000"/>
              </a:lnSpc>
              <a:buClr>
                <a:schemeClr val="accent2"/>
              </a:buClr>
              <a:buFont typeface="Arial" panose="020B0604020202020204" pitchFamily="34" charset="0"/>
              <a:buChar char="•"/>
              <a:tabLst/>
              <a:defRPr sz="1600">
                <a:solidFill>
                  <a:schemeClr val="tx1"/>
                </a:solidFill>
              </a:defRPr>
            </a:lvl3pPr>
            <a:lvl4pPr marL="685800" indent="-166688">
              <a:lnSpc>
                <a:spcPct val="100000"/>
              </a:lnSpc>
              <a:buClr>
                <a:schemeClr val="accent2"/>
              </a:buClr>
              <a:buFont typeface="Arial" panose="020B0604020202020204" pitchFamily="34" charset="0"/>
              <a:buChar char="•"/>
              <a:tabLst/>
              <a:defRPr sz="1600">
                <a:solidFill>
                  <a:schemeClr val="tx1"/>
                </a:solidFill>
              </a:defRPr>
            </a:lvl4pPr>
            <a:lvl5pPr marL="862013" indent="-176213">
              <a:lnSpc>
                <a:spcPct val="100000"/>
              </a:lnSpc>
              <a:buClr>
                <a:schemeClr val="accent2"/>
              </a:buClr>
              <a:buFont typeface="Arial" panose="020B0604020202020204" pitchFamily="34" charset="0"/>
              <a:buChar char="•"/>
              <a:tabLst/>
              <a:defRPr sz="1600">
                <a:solidFill>
                  <a:schemeClr val="tx1"/>
                </a:solidFil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dirty="0"/>
          </a:p>
        </p:txBody>
      </p:sp>
      <p:sp>
        <p:nvSpPr>
          <p:cNvPr id="4" name="Vertical Text Placeholder 13">
            <a:extLst>
              <a:ext uri="{FF2B5EF4-FFF2-40B4-BE49-F238E27FC236}">
                <a16:creationId xmlns:a16="http://schemas.microsoft.com/office/drawing/2014/main" id="{E932BD03-3866-775C-FCE1-9468113E4954}"/>
              </a:ext>
            </a:extLst>
          </p:cNvPr>
          <p:cNvSpPr>
            <a:spLocks noGrp="1"/>
          </p:cNvSpPr>
          <p:nvPr>
            <p:ph type="body" orient="vert" sz="quarter" idx="17" hasCustomPrompt="1"/>
          </p:nvPr>
        </p:nvSpPr>
        <p:spPr>
          <a:xfrm rot="10800000">
            <a:off x="0" y="685800"/>
            <a:ext cx="609600" cy="5486399"/>
          </a:xfrm>
        </p:spPr>
        <p:txBody>
          <a:bodyPr vert="eaVert" anchor="ctr">
            <a:noAutofit/>
          </a:bodyPr>
          <a:lstStyle>
            <a:lvl1pPr marL="0" indent="0" algn="ctr">
              <a:buNone/>
              <a:defRPr sz="1200" spc="300">
                <a:solidFill>
                  <a:schemeClr val="bg1">
                    <a:lumMod val="50000"/>
                  </a:schemeClr>
                </a:solidFill>
              </a:defRPr>
            </a:lvl1pPr>
          </a:lstStyle>
          <a:p>
            <a:pPr lvl="0"/>
            <a:r>
              <a:rPr lang="en-US" dirty="0"/>
              <a:t>SECTION TITLE</a:t>
            </a:r>
          </a:p>
        </p:txBody>
      </p:sp>
      <p:sp>
        <p:nvSpPr>
          <p:cNvPr id="8" name="Slide Number Placeholder 5">
            <a:extLst>
              <a:ext uri="{FF2B5EF4-FFF2-40B4-BE49-F238E27FC236}">
                <a16:creationId xmlns:a16="http://schemas.microsoft.com/office/drawing/2014/main" id="{D3877212-0337-0A89-2140-1837D97F8061}"/>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lumMod val="65000"/>
                  </a:schemeClr>
                </a:solidFill>
              </a:defRPr>
            </a:lvl1pPr>
          </a:lstStyle>
          <a:p>
            <a:fld id="{BAD56BAB-9B7B-4C09-8A45-659D39241E09}" type="slidenum">
              <a:rPr lang="es-CL" smtClean="0"/>
              <a:t>‹Nº›</a:t>
            </a:fld>
            <a:endParaRPr lang="es-CL"/>
          </a:p>
        </p:txBody>
      </p:sp>
      <p:sp>
        <p:nvSpPr>
          <p:cNvPr id="9" name="Title 2">
            <a:extLst>
              <a:ext uri="{FF2B5EF4-FFF2-40B4-BE49-F238E27FC236}">
                <a16:creationId xmlns:a16="http://schemas.microsoft.com/office/drawing/2014/main" id="{50D7E829-0820-3DB9-FA55-7C961469D717}"/>
              </a:ext>
            </a:extLst>
          </p:cNvPr>
          <p:cNvSpPr>
            <a:spLocks noGrp="1"/>
          </p:cNvSpPr>
          <p:nvPr>
            <p:ph type="title"/>
          </p:nvPr>
        </p:nvSpPr>
        <p:spPr>
          <a:xfrm>
            <a:off x="1104900" y="685800"/>
            <a:ext cx="10477497" cy="898555"/>
          </a:xfrm>
        </p:spPr>
        <p:txBody>
          <a:bodyPr anchor="t" anchorCtr="0">
            <a:noAutofit/>
          </a:bodyPr>
          <a:lstStyle>
            <a:lvl1pPr>
              <a:defRPr sz="3200" b="1">
                <a:solidFill>
                  <a:schemeClr val="tx1"/>
                </a:solidFill>
              </a:defRPr>
            </a:lvl1pPr>
          </a:lstStyle>
          <a:p>
            <a:r>
              <a:rPr lang="es-MX"/>
              <a:t>Haz clic para modificar el estilo de título del patrón</a:t>
            </a:r>
            <a:endParaRPr lang="en-US" dirty="0"/>
          </a:p>
        </p:txBody>
      </p:sp>
    </p:spTree>
    <p:extLst>
      <p:ext uri="{BB962C8B-B14F-4D97-AF65-F5344CB8AC3E}">
        <p14:creationId xmlns:p14="http://schemas.microsoft.com/office/powerpoint/2010/main" val="3291672485"/>
      </p:ext>
    </p:extLst>
  </p:cSld>
  <p:clrMapOvr>
    <a:masterClrMapping/>
  </p:clrMapOvr>
  <p:extLst>
    <p:ext uri="{DCECCB84-F9BA-43D5-87BE-67443E8EF086}">
      <p15:sldGuideLst xmlns:p15="http://schemas.microsoft.com/office/powerpoint/2012/main"/>
    </p:ext>
  </p:extLst>
</p:sldLayout>
</file>

<file path=ppt/slideLayouts/slideLayout122.xml><?xml version="1.0" encoding="utf-8"?>
<p:sldLayout xmlns:a="http://schemas.openxmlformats.org/drawingml/2006/main" xmlns:r="http://schemas.openxmlformats.org/officeDocument/2006/relationships" xmlns:p="http://schemas.openxmlformats.org/presentationml/2006/main">
  <p:cSld name="Sub-section Divider">
    <p:bg>
      <p:bgPr>
        <a:solidFill>
          <a:schemeClr val="tx1"/>
        </a:solidFill>
        <a:effectLst/>
      </p:bgPr>
    </p:bg>
    <p:spTree>
      <p:nvGrpSpPr>
        <p:cNvPr id="1" name=""/>
        <p:cNvGrpSpPr/>
        <p:nvPr/>
      </p:nvGrpSpPr>
      <p:grpSpPr>
        <a:xfrm>
          <a:off x="0" y="0"/>
          <a:ext cx="0" cy="0"/>
          <a:chOff x="0" y="0"/>
          <a:chExt cx="0" cy="0"/>
        </a:xfrm>
      </p:grpSpPr>
      <p:sp>
        <p:nvSpPr>
          <p:cNvPr id="2" name="Vertical Text Placeholder 2">
            <a:extLst>
              <a:ext uri="{FF2B5EF4-FFF2-40B4-BE49-F238E27FC236}">
                <a16:creationId xmlns:a16="http://schemas.microsoft.com/office/drawing/2014/main" id="{B4E21473-327B-3C3B-2526-FD5AB3A4428E}"/>
              </a:ext>
            </a:extLst>
          </p:cNvPr>
          <p:cNvSpPr>
            <a:spLocks noGrp="1"/>
          </p:cNvSpPr>
          <p:nvPr>
            <p:ph type="body" orient="vert" sz="quarter" idx="10" hasCustomPrompt="1"/>
          </p:nvPr>
        </p:nvSpPr>
        <p:spPr>
          <a:xfrm>
            <a:off x="0" y="685800"/>
            <a:ext cx="609600" cy="5486399"/>
          </a:xfrm>
        </p:spPr>
        <p:txBody>
          <a:bodyPr vert="vert270" anchor="ctr" anchorCtr="0">
            <a:noAutofit/>
          </a:bodyPr>
          <a:lstStyle>
            <a:lvl1pPr marL="0" indent="0" algn="ctr">
              <a:buNone/>
              <a:defRPr sz="1200" spc="300">
                <a:solidFill>
                  <a:schemeClr val="bg1"/>
                </a:solidFill>
              </a:defRPr>
            </a:lvl1pPr>
            <a:lvl2pPr marL="457200" indent="0" algn="ctr">
              <a:buNone/>
              <a:defRPr sz="1200" spc="300">
                <a:solidFill>
                  <a:schemeClr val="bg1"/>
                </a:solidFill>
              </a:defRPr>
            </a:lvl2pPr>
            <a:lvl3pPr marL="914400" indent="0" algn="ctr">
              <a:buNone/>
              <a:defRPr sz="1100" spc="300">
                <a:solidFill>
                  <a:schemeClr val="bg1"/>
                </a:solidFill>
              </a:defRPr>
            </a:lvl3pPr>
            <a:lvl4pPr marL="1371600" indent="0" algn="ctr">
              <a:buNone/>
              <a:defRPr sz="1050" spc="300">
                <a:solidFill>
                  <a:schemeClr val="bg1"/>
                </a:solidFill>
              </a:defRPr>
            </a:lvl4pPr>
            <a:lvl5pPr marL="1828800" indent="0" algn="ctr">
              <a:buNone/>
              <a:defRPr sz="1050" spc="300">
                <a:solidFill>
                  <a:schemeClr val="bg1"/>
                </a:solidFill>
              </a:defRPr>
            </a:lvl5pPr>
          </a:lstStyle>
          <a:p>
            <a:pPr lvl="0"/>
            <a:r>
              <a:rPr lang="en-US" dirty="0"/>
              <a:t>CLICK TO EDIT MASTER TEXT STYLES</a:t>
            </a:r>
          </a:p>
        </p:txBody>
      </p:sp>
      <p:sp>
        <p:nvSpPr>
          <p:cNvPr id="6" name="Title 1">
            <a:extLst>
              <a:ext uri="{FF2B5EF4-FFF2-40B4-BE49-F238E27FC236}">
                <a16:creationId xmlns:a16="http://schemas.microsoft.com/office/drawing/2014/main" id="{30773A33-C933-040C-38F4-7E444DEDA5A7}"/>
              </a:ext>
            </a:extLst>
          </p:cNvPr>
          <p:cNvSpPr>
            <a:spLocks noGrp="1"/>
          </p:cNvSpPr>
          <p:nvPr>
            <p:ph type="title" hasCustomPrompt="1"/>
          </p:nvPr>
        </p:nvSpPr>
        <p:spPr>
          <a:xfrm>
            <a:off x="1104900" y="1800808"/>
            <a:ext cx="7092820" cy="1628192"/>
          </a:xfrm>
        </p:spPr>
        <p:txBody>
          <a:bodyPr lIns="0" bIns="0" anchor="b" anchorCtr="0">
            <a:noAutofit/>
          </a:bodyPr>
          <a:lstStyle>
            <a:lvl1pPr>
              <a:defRPr sz="3200" b="1">
                <a:solidFill>
                  <a:schemeClr val="bg1"/>
                </a:solidFill>
              </a:defRPr>
            </a:lvl1pPr>
          </a:lstStyle>
          <a:p>
            <a:r>
              <a:rPr lang="en-US" dirty="0"/>
              <a:t>Sub-section Title (Max Two Lines)</a:t>
            </a:r>
          </a:p>
        </p:txBody>
      </p:sp>
      <p:sp>
        <p:nvSpPr>
          <p:cNvPr id="7" name="Text Placeholder 5">
            <a:extLst>
              <a:ext uri="{FF2B5EF4-FFF2-40B4-BE49-F238E27FC236}">
                <a16:creationId xmlns:a16="http://schemas.microsoft.com/office/drawing/2014/main" id="{03C54B7B-813E-7B62-27B5-633489321878}"/>
              </a:ext>
            </a:extLst>
          </p:cNvPr>
          <p:cNvSpPr>
            <a:spLocks noGrp="1"/>
          </p:cNvSpPr>
          <p:nvPr>
            <p:ph type="body" sz="quarter" idx="18" hasCustomPrompt="1"/>
          </p:nvPr>
        </p:nvSpPr>
        <p:spPr>
          <a:xfrm>
            <a:off x="1104900" y="3652538"/>
            <a:ext cx="7092820" cy="774441"/>
          </a:xfrm>
        </p:spPr>
        <p:txBody>
          <a:bodyPr lIns="0" tIns="0">
            <a:noAutofit/>
          </a:bodyPr>
          <a:lstStyle>
            <a:lvl1pPr marL="0" indent="0">
              <a:lnSpc>
                <a:spcPct val="100000"/>
              </a:lnSpc>
              <a:buClr>
                <a:schemeClr val="accent2"/>
              </a:buClr>
              <a:buFont typeface="Arial" panose="020B0604020202020204" pitchFamily="34" charset="0"/>
              <a:buNone/>
              <a:tabLst/>
              <a:defRPr sz="1800">
                <a:solidFill>
                  <a:schemeClr val="bg1"/>
                </a:solidFill>
              </a:defRPr>
            </a:lvl1pPr>
            <a:lvl2pPr marL="174625" indent="0">
              <a:lnSpc>
                <a:spcPct val="100000"/>
              </a:lnSpc>
              <a:buClr>
                <a:schemeClr val="accent2"/>
              </a:buClr>
              <a:buFont typeface="Arial" panose="020B0604020202020204" pitchFamily="34" charset="0"/>
              <a:buNone/>
              <a:tabLst/>
              <a:defRPr sz="1600">
                <a:solidFill>
                  <a:schemeClr val="bg1"/>
                </a:solidFill>
              </a:defRPr>
            </a:lvl2pPr>
            <a:lvl3pPr marL="342900" indent="0">
              <a:lnSpc>
                <a:spcPct val="100000"/>
              </a:lnSpc>
              <a:buClr>
                <a:schemeClr val="accent2"/>
              </a:buClr>
              <a:buFont typeface="Arial" panose="020B0604020202020204" pitchFamily="34" charset="0"/>
              <a:buNone/>
              <a:tabLst/>
              <a:defRPr sz="1400">
                <a:solidFill>
                  <a:schemeClr val="bg1"/>
                </a:solidFill>
              </a:defRPr>
            </a:lvl3pPr>
            <a:lvl4pPr marL="519112" indent="0">
              <a:lnSpc>
                <a:spcPct val="100000"/>
              </a:lnSpc>
              <a:buClr>
                <a:schemeClr val="accent2"/>
              </a:buClr>
              <a:buFont typeface="Arial" panose="020B0604020202020204" pitchFamily="34" charset="0"/>
              <a:buNone/>
              <a:tabLst/>
              <a:defRPr sz="1200">
                <a:solidFill>
                  <a:schemeClr val="bg1"/>
                </a:solidFill>
              </a:defRPr>
            </a:lvl4pPr>
            <a:lvl5pPr marL="685800" indent="0">
              <a:lnSpc>
                <a:spcPct val="100000"/>
              </a:lnSpc>
              <a:buClr>
                <a:schemeClr val="accent2"/>
              </a:buClr>
              <a:buFont typeface="Arial" panose="020B0604020202020204" pitchFamily="34" charset="0"/>
              <a:buNone/>
              <a:tabLst/>
              <a:defRPr sz="1200">
                <a:solidFill>
                  <a:schemeClr val="bg1"/>
                </a:solidFill>
              </a:defRPr>
            </a:lvl5pPr>
          </a:lstStyle>
          <a:p>
            <a:r>
              <a:rPr lang="en-US" dirty="0"/>
              <a:t>Sub-subhead (not required, max two lines)</a:t>
            </a:r>
          </a:p>
          <a:p>
            <a:pPr lvl="0"/>
            <a:endParaRPr lang="en-US" dirty="0"/>
          </a:p>
        </p:txBody>
      </p:sp>
      <p:sp>
        <p:nvSpPr>
          <p:cNvPr id="13" name="Slide Number Placeholder 5">
            <a:extLst>
              <a:ext uri="{FF2B5EF4-FFF2-40B4-BE49-F238E27FC236}">
                <a16:creationId xmlns:a16="http://schemas.microsoft.com/office/drawing/2014/main" id="{C9736184-ED63-6779-B7C5-534556DC2145}"/>
              </a:ext>
            </a:extLst>
          </p:cNvPr>
          <p:cNvSpPr>
            <a:spLocks noGrp="1"/>
          </p:cNvSpPr>
          <p:nvPr>
            <p:ph type="sldNum" sz="quarter" idx="4"/>
          </p:nvPr>
        </p:nvSpPr>
        <p:spPr>
          <a:xfrm>
            <a:off x="0" y="6356349"/>
            <a:ext cx="622570" cy="365125"/>
          </a:xfrm>
          <a:prstGeom prst="rect">
            <a:avLst/>
          </a:prstGeom>
        </p:spPr>
        <p:txBody>
          <a:bodyPr vert="horz" lIns="91440" tIns="45720" rIns="91440" bIns="45720" rtlCol="0" anchor="ctr"/>
          <a:lstStyle>
            <a:lvl1pPr algn="ctr">
              <a:defRPr sz="1100">
                <a:solidFill>
                  <a:schemeClr val="bg1"/>
                </a:solidFill>
              </a:defRPr>
            </a:lvl1pPr>
          </a:lstStyle>
          <a:p>
            <a:fld id="{BAD56BAB-9B7B-4C09-8A45-659D39241E09}" type="slidenum">
              <a:rPr lang="es-CL" smtClean="0"/>
              <a:t>‹Nº›</a:t>
            </a:fld>
            <a:endParaRPr lang="es-CL"/>
          </a:p>
        </p:txBody>
      </p:sp>
    </p:spTree>
    <p:extLst>
      <p:ext uri="{BB962C8B-B14F-4D97-AF65-F5344CB8AC3E}">
        <p14:creationId xmlns:p14="http://schemas.microsoft.com/office/powerpoint/2010/main" val="2015578281"/>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5.xml"/><Relationship Id="rId18" Type="http://schemas.openxmlformats.org/officeDocument/2006/relationships/slideLayout" Target="../slideLayouts/slideLayout30.xml"/><Relationship Id="rId26" Type="http://schemas.openxmlformats.org/officeDocument/2006/relationships/slideLayout" Target="../slideLayouts/slideLayout38.xml"/><Relationship Id="rId21" Type="http://schemas.openxmlformats.org/officeDocument/2006/relationships/slideLayout" Target="../slideLayouts/slideLayout33.xml"/><Relationship Id="rId34" Type="http://schemas.openxmlformats.org/officeDocument/2006/relationships/slideLayout" Target="../slideLayouts/slideLayout46.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17" Type="http://schemas.openxmlformats.org/officeDocument/2006/relationships/slideLayout" Target="../slideLayouts/slideLayout29.xml"/><Relationship Id="rId25" Type="http://schemas.openxmlformats.org/officeDocument/2006/relationships/slideLayout" Target="../slideLayouts/slideLayout37.xml"/><Relationship Id="rId33" Type="http://schemas.openxmlformats.org/officeDocument/2006/relationships/slideLayout" Target="../slideLayouts/slideLayout45.xml"/><Relationship Id="rId2" Type="http://schemas.openxmlformats.org/officeDocument/2006/relationships/slideLayout" Target="../slideLayouts/slideLayout14.xml"/><Relationship Id="rId16" Type="http://schemas.openxmlformats.org/officeDocument/2006/relationships/slideLayout" Target="../slideLayouts/slideLayout28.xml"/><Relationship Id="rId20" Type="http://schemas.openxmlformats.org/officeDocument/2006/relationships/slideLayout" Target="../slideLayouts/slideLayout32.xml"/><Relationship Id="rId29" Type="http://schemas.openxmlformats.org/officeDocument/2006/relationships/slideLayout" Target="../slideLayouts/slideLayout41.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24" Type="http://schemas.openxmlformats.org/officeDocument/2006/relationships/slideLayout" Target="../slideLayouts/slideLayout36.xml"/><Relationship Id="rId32" Type="http://schemas.openxmlformats.org/officeDocument/2006/relationships/slideLayout" Target="../slideLayouts/slideLayout44.xml"/><Relationship Id="rId37" Type="http://schemas.openxmlformats.org/officeDocument/2006/relationships/image" Target="../media/image2.svg"/><Relationship Id="rId5" Type="http://schemas.openxmlformats.org/officeDocument/2006/relationships/slideLayout" Target="../slideLayouts/slideLayout17.xml"/><Relationship Id="rId15" Type="http://schemas.openxmlformats.org/officeDocument/2006/relationships/slideLayout" Target="../slideLayouts/slideLayout27.xml"/><Relationship Id="rId23" Type="http://schemas.openxmlformats.org/officeDocument/2006/relationships/slideLayout" Target="../slideLayouts/slideLayout35.xml"/><Relationship Id="rId28" Type="http://schemas.openxmlformats.org/officeDocument/2006/relationships/slideLayout" Target="../slideLayouts/slideLayout40.xml"/><Relationship Id="rId36" Type="http://schemas.openxmlformats.org/officeDocument/2006/relationships/image" Target="../media/image1.png"/><Relationship Id="rId10" Type="http://schemas.openxmlformats.org/officeDocument/2006/relationships/slideLayout" Target="../slideLayouts/slideLayout22.xml"/><Relationship Id="rId19" Type="http://schemas.openxmlformats.org/officeDocument/2006/relationships/slideLayout" Target="../slideLayouts/slideLayout31.xml"/><Relationship Id="rId31" Type="http://schemas.openxmlformats.org/officeDocument/2006/relationships/slideLayout" Target="../slideLayouts/slideLayout43.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slideLayout" Target="../slideLayouts/slideLayout26.xml"/><Relationship Id="rId22" Type="http://schemas.openxmlformats.org/officeDocument/2006/relationships/slideLayout" Target="../slideLayouts/slideLayout34.xml"/><Relationship Id="rId27" Type="http://schemas.openxmlformats.org/officeDocument/2006/relationships/slideLayout" Target="../slideLayouts/slideLayout39.xml"/><Relationship Id="rId30" Type="http://schemas.openxmlformats.org/officeDocument/2006/relationships/slideLayout" Target="../slideLayouts/slideLayout42.xml"/><Relationship Id="rId35" Type="http://schemas.openxmlformats.org/officeDocument/2006/relationships/theme" Target="../theme/theme2.xml"/><Relationship Id="rId8" Type="http://schemas.openxmlformats.org/officeDocument/2006/relationships/slideLayout" Target="../slideLayouts/slideLayout20.xml"/><Relationship Id="rId3"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slideLayout" Target="../slideLayouts/slideLayout72.xml"/><Relationship Id="rId39" Type="http://schemas.openxmlformats.org/officeDocument/2006/relationships/theme" Target="../theme/theme3.xml"/><Relationship Id="rId21" Type="http://schemas.openxmlformats.org/officeDocument/2006/relationships/slideLayout" Target="../slideLayouts/slideLayout67.xml"/><Relationship Id="rId34" Type="http://schemas.openxmlformats.org/officeDocument/2006/relationships/slideLayout" Target="../slideLayouts/slideLayout80.xml"/><Relationship Id="rId7" Type="http://schemas.openxmlformats.org/officeDocument/2006/relationships/slideLayout" Target="../slideLayouts/slideLayout53.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29" Type="http://schemas.openxmlformats.org/officeDocument/2006/relationships/slideLayout" Target="../slideLayouts/slideLayout75.xml"/><Relationship Id="rId41" Type="http://schemas.openxmlformats.org/officeDocument/2006/relationships/image" Target="../media/image2.svg"/><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32" Type="http://schemas.openxmlformats.org/officeDocument/2006/relationships/slideLayout" Target="../slideLayouts/slideLayout78.xml"/><Relationship Id="rId37" Type="http://schemas.openxmlformats.org/officeDocument/2006/relationships/slideLayout" Target="../slideLayouts/slideLayout83.xml"/><Relationship Id="rId40" Type="http://schemas.openxmlformats.org/officeDocument/2006/relationships/image" Target="../media/image1.png"/><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28" Type="http://schemas.openxmlformats.org/officeDocument/2006/relationships/slideLayout" Target="../slideLayouts/slideLayout74.xml"/><Relationship Id="rId36" Type="http://schemas.openxmlformats.org/officeDocument/2006/relationships/slideLayout" Target="../slideLayouts/slideLayout82.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31" Type="http://schemas.openxmlformats.org/officeDocument/2006/relationships/slideLayout" Target="../slideLayouts/slideLayout77.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slideLayout" Target="../slideLayouts/slideLayout73.xml"/><Relationship Id="rId30" Type="http://schemas.openxmlformats.org/officeDocument/2006/relationships/slideLayout" Target="../slideLayouts/slideLayout76.xml"/><Relationship Id="rId35" Type="http://schemas.openxmlformats.org/officeDocument/2006/relationships/slideLayout" Target="../slideLayouts/slideLayout81.xml"/><Relationship Id="rId8" Type="http://schemas.openxmlformats.org/officeDocument/2006/relationships/slideLayout" Target="../slideLayouts/slideLayout54.xml"/><Relationship Id="rId3" Type="http://schemas.openxmlformats.org/officeDocument/2006/relationships/slideLayout" Target="../slideLayouts/slideLayout49.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33" Type="http://schemas.openxmlformats.org/officeDocument/2006/relationships/slideLayout" Target="../slideLayouts/slideLayout79.xml"/><Relationship Id="rId38" Type="http://schemas.openxmlformats.org/officeDocument/2006/relationships/slideLayout" Target="../slideLayouts/slideLayout84.xml"/></Relationships>
</file>

<file path=ppt/slideMasters/_rels/slideMaster4.xml.rels><?xml version="1.0" encoding="UTF-8" standalone="yes"?>
<Relationships xmlns="http://schemas.openxmlformats.org/package/2006/relationships"><Relationship Id="rId13" Type="http://schemas.openxmlformats.org/officeDocument/2006/relationships/slideLayout" Target="../slideLayouts/slideLayout97.xml"/><Relationship Id="rId18" Type="http://schemas.openxmlformats.org/officeDocument/2006/relationships/slideLayout" Target="../slideLayouts/slideLayout102.xml"/><Relationship Id="rId26" Type="http://schemas.openxmlformats.org/officeDocument/2006/relationships/slideLayout" Target="../slideLayouts/slideLayout110.xml"/><Relationship Id="rId39" Type="http://schemas.openxmlformats.org/officeDocument/2006/relationships/theme" Target="../theme/theme4.xml"/><Relationship Id="rId21" Type="http://schemas.openxmlformats.org/officeDocument/2006/relationships/slideLayout" Target="../slideLayouts/slideLayout105.xml"/><Relationship Id="rId34" Type="http://schemas.openxmlformats.org/officeDocument/2006/relationships/slideLayout" Target="../slideLayouts/slideLayout118.xml"/><Relationship Id="rId7" Type="http://schemas.openxmlformats.org/officeDocument/2006/relationships/slideLayout" Target="../slideLayouts/slideLayout91.xml"/><Relationship Id="rId2" Type="http://schemas.openxmlformats.org/officeDocument/2006/relationships/slideLayout" Target="../slideLayouts/slideLayout86.xml"/><Relationship Id="rId16" Type="http://schemas.openxmlformats.org/officeDocument/2006/relationships/slideLayout" Target="../slideLayouts/slideLayout100.xml"/><Relationship Id="rId20" Type="http://schemas.openxmlformats.org/officeDocument/2006/relationships/slideLayout" Target="../slideLayouts/slideLayout104.xml"/><Relationship Id="rId29" Type="http://schemas.openxmlformats.org/officeDocument/2006/relationships/slideLayout" Target="../slideLayouts/slideLayout113.xml"/><Relationship Id="rId41" Type="http://schemas.openxmlformats.org/officeDocument/2006/relationships/image" Target="../media/image2.svg"/><Relationship Id="rId1" Type="http://schemas.openxmlformats.org/officeDocument/2006/relationships/slideLayout" Target="../slideLayouts/slideLayout85.xml"/><Relationship Id="rId6" Type="http://schemas.openxmlformats.org/officeDocument/2006/relationships/slideLayout" Target="../slideLayouts/slideLayout90.xml"/><Relationship Id="rId11" Type="http://schemas.openxmlformats.org/officeDocument/2006/relationships/slideLayout" Target="../slideLayouts/slideLayout95.xml"/><Relationship Id="rId24" Type="http://schemas.openxmlformats.org/officeDocument/2006/relationships/slideLayout" Target="../slideLayouts/slideLayout108.xml"/><Relationship Id="rId32" Type="http://schemas.openxmlformats.org/officeDocument/2006/relationships/slideLayout" Target="../slideLayouts/slideLayout116.xml"/><Relationship Id="rId37" Type="http://schemas.openxmlformats.org/officeDocument/2006/relationships/slideLayout" Target="../slideLayouts/slideLayout121.xml"/><Relationship Id="rId40" Type="http://schemas.openxmlformats.org/officeDocument/2006/relationships/image" Target="../media/image1.png"/><Relationship Id="rId5" Type="http://schemas.openxmlformats.org/officeDocument/2006/relationships/slideLayout" Target="../slideLayouts/slideLayout89.xml"/><Relationship Id="rId15" Type="http://schemas.openxmlformats.org/officeDocument/2006/relationships/slideLayout" Target="../slideLayouts/slideLayout99.xml"/><Relationship Id="rId23" Type="http://schemas.openxmlformats.org/officeDocument/2006/relationships/slideLayout" Target="../slideLayouts/slideLayout107.xml"/><Relationship Id="rId28" Type="http://schemas.openxmlformats.org/officeDocument/2006/relationships/slideLayout" Target="../slideLayouts/slideLayout112.xml"/><Relationship Id="rId36" Type="http://schemas.openxmlformats.org/officeDocument/2006/relationships/slideLayout" Target="../slideLayouts/slideLayout120.xml"/><Relationship Id="rId10" Type="http://schemas.openxmlformats.org/officeDocument/2006/relationships/slideLayout" Target="../slideLayouts/slideLayout94.xml"/><Relationship Id="rId19" Type="http://schemas.openxmlformats.org/officeDocument/2006/relationships/slideLayout" Target="../slideLayouts/slideLayout103.xml"/><Relationship Id="rId31" Type="http://schemas.openxmlformats.org/officeDocument/2006/relationships/slideLayout" Target="../slideLayouts/slideLayout115.xml"/><Relationship Id="rId4" Type="http://schemas.openxmlformats.org/officeDocument/2006/relationships/slideLayout" Target="../slideLayouts/slideLayout88.xml"/><Relationship Id="rId9" Type="http://schemas.openxmlformats.org/officeDocument/2006/relationships/slideLayout" Target="../slideLayouts/slideLayout93.xml"/><Relationship Id="rId14" Type="http://schemas.openxmlformats.org/officeDocument/2006/relationships/slideLayout" Target="../slideLayouts/slideLayout98.xml"/><Relationship Id="rId22" Type="http://schemas.openxmlformats.org/officeDocument/2006/relationships/slideLayout" Target="../slideLayouts/slideLayout106.xml"/><Relationship Id="rId27" Type="http://schemas.openxmlformats.org/officeDocument/2006/relationships/slideLayout" Target="../slideLayouts/slideLayout111.xml"/><Relationship Id="rId30" Type="http://schemas.openxmlformats.org/officeDocument/2006/relationships/slideLayout" Target="../slideLayouts/slideLayout114.xml"/><Relationship Id="rId35" Type="http://schemas.openxmlformats.org/officeDocument/2006/relationships/slideLayout" Target="../slideLayouts/slideLayout119.xml"/><Relationship Id="rId8" Type="http://schemas.openxmlformats.org/officeDocument/2006/relationships/slideLayout" Target="../slideLayouts/slideLayout92.xml"/><Relationship Id="rId3" Type="http://schemas.openxmlformats.org/officeDocument/2006/relationships/slideLayout" Target="../slideLayouts/slideLayout87.xml"/><Relationship Id="rId12" Type="http://schemas.openxmlformats.org/officeDocument/2006/relationships/slideLayout" Target="../slideLayouts/slideLayout96.xml"/><Relationship Id="rId17" Type="http://schemas.openxmlformats.org/officeDocument/2006/relationships/slideLayout" Target="../slideLayouts/slideLayout101.xml"/><Relationship Id="rId25" Type="http://schemas.openxmlformats.org/officeDocument/2006/relationships/slideLayout" Target="../slideLayouts/slideLayout109.xml"/><Relationship Id="rId33" Type="http://schemas.openxmlformats.org/officeDocument/2006/relationships/slideLayout" Target="../slideLayouts/slideLayout117.xml"/><Relationship Id="rId38" Type="http://schemas.openxmlformats.org/officeDocument/2006/relationships/slideLayout" Target="../slideLayouts/slideLayout1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AE123625-4177-94C5-071F-B877E4893AD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E5CC5A60-722C-D5E0-88E8-5BB4ECA798C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5707A37D-85C7-5674-D2C3-ADB9632C5B3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728B04F-4F73-48C2-9E46-704F64527F32}" type="datetimeFigureOut">
              <a:rPr lang="es-PE" smtClean="0"/>
              <a:t>22/09/2026</a:t>
            </a:fld>
            <a:endParaRPr lang="es-PE"/>
          </a:p>
        </p:txBody>
      </p:sp>
      <p:sp>
        <p:nvSpPr>
          <p:cNvPr id="5" name="Marcador de pie de página 4">
            <a:extLst>
              <a:ext uri="{FF2B5EF4-FFF2-40B4-BE49-F238E27FC236}">
                <a16:creationId xmlns:a16="http://schemas.microsoft.com/office/drawing/2014/main" id="{6E0165AA-F759-5A1E-FB29-109C5E328EE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PE"/>
          </a:p>
        </p:txBody>
      </p:sp>
      <p:sp>
        <p:nvSpPr>
          <p:cNvPr id="6" name="Marcador de número de diapositiva 5">
            <a:extLst>
              <a:ext uri="{FF2B5EF4-FFF2-40B4-BE49-F238E27FC236}">
                <a16:creationId xmlns:a16="http://schemas.microsoft.com/office/drawing/2014/main" id="{20FB6A20-3F4D-79CB-E2F3-BEEDBBCD8CB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44433A7-2339-439A-AF51-9EFDA9A6041C}" type="slidenum">
              <a:rPr lang="es-PE" smtClean="0"/>
              <a:t>‹Nº›</a:t>
            </a:fld>
            <a:endParaRPr lang="es-PE"/>
          </a:p>
        </p:txBody>
      </p:sp>
    </p:spTree>
    <p:extLst>
      <p:ext uri="{BB962C8B-B14F-4D97-AF65-F5344CB8AC3E}">
        <p14:creationId xmlns:p14="http://schemas.microsoft.com/office/powerpoint/2010/main" val="279067560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77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36">
            <a:extLst>
              <a:ext uri="{96DAC541-7B7A-43D3-8B79-37D633B846F1}">
                <asvg:svgBlip xmlns:asvg="http://schemas.microsoft.com/office/drawing/2016/SVG/main" r:embed="rId37"/>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©2026 Ellucian. Confidential and Proprietary</a:t>
            </a:r>
          </a:p>
        </p:txBody>
      </p:sp>
    </p:spTree>
    <p:extLst>
      <p:ext uri="{BB962C8B-B14F-4D97-AF65-F5344CB8AC3E}">
        <p14:creationId xmlns:p14="http://schemas.microsoft.com/office/powerpoint/2010/main" val="11106269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2563148507"/>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 id="2147483725" r:id="rId30"/>
    <p:sldLayoutId id="2147483726" r:id="rId31"/>
    <p:sldLayoutId id="2147483727" r:id="rId32"/>
    <p:sldLayoutId id="2147483728" r:id="rId33"/>
    <p:sldLayoutId id="2147483729" r:id="rId34"/>
    <p:sldLayoutId id="2147483730" r:id="rId35"/>
    <p:sldLayoutId id="2147483731" r:id="rId36"/>
    <p:sldLayoutId id="2147483733" r:id="rId37"/>
    <p:sldLayoutId id="2147483734"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7AE723A-1CD3-C976-D546-D7B1E1A72778}"/>
              </a:ext>
            </a:extLst>
          </p:cNvPr>
          <p:cNvSpPr>
            <a:spLocks noGrp="1"/>
          </p:cNvSpPr>
          <p:nvPr>
            <p:ph type="title"/>
          </p:nvPr>
        </p:nvSpPr>
        <p:spPr>
          <a:xfrm>
            <a:off x="838200" y="365125"/>
            <a:ext cx="10515600" cy="613309"/>
          </a:xfrm>
          <a:prstGeom prst="rect">
            <a:avLst/>
          </a:prstGeom>
        </p:spPr>
        <p:txBody>
          <a:bodyPr vert="horz" lIns="0" tIns="0" rIns="0" bIns="0" rtlCol="0" anchor="t" anchorCtr="0">
            <a:spAutoFit/>
          </a:bodyPr>
          <a:lstStyle/>
          <a:p>
            <a:r>
              <a:rPr lang="es-ES"/>
              <a:t>Haga clic para modificar el estilo de título del patrón</a:t>
            </a:r>
            <a:endParaRPr lang="en-US" dirty="0"/>
          </a:p>
        </p:txBody>
      </p:sp>
      <p:sp>
        <p:nvSpPr>
          <p:cNvPr id="3" name="Text Placeholder 2">
            <a:extLst>
              <a:ext uri="{FF2B5EF4-FFF2-40B4-BE49-F238E27FC236}">
                <a16:creationId xmlns:a16="http://schemas.microsoft.com/office/drawing/2014/main" id="{CF5A2E2D-CDA6-D65D-5A28-67459EB16D90}"/>
              </a:ext>
            </a:extLst>
          </p:cNvPr>
          <p:cNvSpPr>
            <a:spLocks noGrp="1"/>
          </p:cNvSpPr>
          <p:nvPr>
            <p:ph type="body" idx="1"/>
          </p:nvPr>
        </p:nvSpPr>
        <p:spPr>
          <a:xfrm>
            <a:off x="838200" y="1825625"/>
            <a:ext cx="10515600" cy="1684948"/>
          </a:xfrm>
          <a:prstGeom prst="rect">
            <a:avLst/>
          </a:prstGeom>
        </p:spPr>
        <p:txBody>
          <a:bodyPr vert="horz" lIns="0" tIns="0" rIns="0" bIns="0" rtlCol="0">
            <a:sp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pic>
        <p:nvPicPr>
          <p:cNvPr id="6" name="Graphic 5">
            <a:extLst>
              <a:ext uri="{FF2B5EF4-FFF2-40B4-BE49-F238E27FC236}">
                <a16:creationId xmlns:a16="http://schemas.microsoft.com/office/drawing/2014/main" id="{98C54377-C373-3751-A275-A17B11FE1BB6}"/>
              </a:ext>
            </a:extLst>
          </p:cNvPr>
          <p:cNvPicPr>
            <a:picLocks noChangeAspect="1"/>
          </p:cNvPicPr>
          <p:nvPr/>
        </p:nvPicPr>
        <p:blipFill>
          <a:blip r:embed="rId40">
            <a:extLst>
              <a:ext uri="{96DAC541-7B7A-43D3-8B79-37D633B846F1}">
                <asvg:svgBlip xmlns:asvg="http://schemas.microsoft.com/office/drawing/2016/SVG/main" r:embed="rId41"/>
              </a:ext>
            </a:extLst>
          </a:blip>
          <a:stretch>
            <a:fillRect/>
          </a:stretch>
        </p:blipFill>
        <p:spPr>
          <a:xfrm>
            <a:off x="178777" y="6474193"/>
            <a:ext cx="820683" cy="198585"/>
          </a:xfrm>
          <a:prstGeom prst="rect">
            <a:avLst/>
          </a:prstGeom>
        </p:spPr>
      </p:pic>
      <p:sp>
        <p:nvSpPr>
          <p:cNvPr id="7" name="TextBox 6">
            <a:extLst>
              <a:ext uri="{FF2B5EF4-FFF2-40B4-BE49-F238E27FC236}">
                <a16:creationId xmlns:a16="http://schemas.microsoft.com/office/drawing/2014/main" id="{E00D8F4A-848B-F513-FE1A-5A86C8B8CF84}"/>
              </a:ext>
            </a:extLst>
          </p:cNvPr>
          <p:cNvSpPr txBox="1"/>
          <p:nvPr/>
        </p:nvSpPr>
        <p:spPr>
          <a:xfrm>
            <a:off x="11616267" y="6570337"/>
            <a:ext cx="389880" cy="138499"/>
          </a:xfrm>
          <a:prstGeom prst="rect">
            <a:avLst/>
          </a:prstGeom>
          <a:noFill/>
        </p:spPr>
        <p:txBody>
          <a:bodyPr wrap="square" lIns="0" tIns="0" rIns="0" bIns="0" rtlCol="0">
            <a:spAutoFit/>
          </a:bodyPr>
          <a:lstStyle/>
          <a:p>
            <a:pPr algn="r"/>
            <a:fld id="{39BFE1BD-C136-3F41-856A-526B10A97418}" type="slidenum">
              <a:rPr lang="en-US" sz="900" smtClean="0">
                <a:solidFill>
                  <a:schemeClr val="tx1"/>
                </a:solidFill>
              </a:rPr>
              <a:pPr algn="r"/>
              <a:t>‹Nº›</a:t>
            </a:fld>
            <a:endParaRPr lang="en-US" sz="900" dirty="0">
              <a:solidFill>
                <a:schemeClr val="tx1"/>
              </a:solidFill>
            </a:endParaRPr>
          </a:p>
        </p:txBody>
      </p:sp>
      <p:sp>
        <p:nvSpPr>
          <p:cNvPr id="4" name="TextBox 3">
            <a:extLst>
              <a:ext uri="{FF2B5EF4-FFF2-40B4-BE49-F238E27FC236}">
                <a16:creationId xmlns:a16="http://schemas.microsoft.com/office/drawing/2014/main" id="{EDA225B6-A2B9-C109-E112-6ACDED1B4458}"/>
              </a:ext>
            </a:extLst>
          </p:cNvPr>
          <p:cNvSpPr txBox="1"/>
          <p:nvPr/>
        </p:nvSpPr>
        <p:spPr>
          <a:xfrm>
            <a:off x="9144000" y="6570337"/>
            <a:ext cx="2353596" cy="138499"/>
          </a:xfrm>
          <a:prstGeom prst="rect">
            <a:avLst/>
          </a:prstGeom>
          <a:noFill/>
        </p:spPr>
        <p:txBody>
          <a:bodyPr wrap="square" lIns="0" tIns="0" rIns="0" bIns="0" rtlCol="0">
            <a:spAutoFit/>
          </a:bodyPr>
          <a:lstStyle/>
          <a:p>
            <a:pPr algn="r"/>
            <a:r>
              <a:rPr lang="en-US" sz="900" dirty="0">
                <a:solidFill>
                  <a:schemeClr val="tx1"/>
                </a:solidFill>
              </a:rPr>
              <a:t>©2025 Ellucian. Confidential and Proprietary</a:t>
            </a:r>
          </a:p>
        </p:txBody>
      </p:sp>
    </p:spTree>
    <p:extLst>
      <p:ext uri="{BB962C8B-B14F-4D97-AF65-F5344CB8AC3E}">
        <p14:creationId xmlns:p14="http://schemas.microsoft.com/office/powerpoint/2010/main" val="389001218"/>
      </p:ext>
    </p:extLst>
  </p:cSld>
  <p:clrMap bg1="lt1" tx1="dk1" bg2="lt2" tx2="dk2" accent1="accent1" accent2="accent2" accent3="accent3" accent4="accent4" accent5="accent5" accent6="accent6" hlink="hlink" folHlink="folHlink"/>
  <p:sldLayoutIdLst>
    <p:sldLayoutId id="2147483736" r:id="rId1"/>
    <p:sldLayoutId id="2147483737" r:id="rId2"/>
    <p:sldLayoutId id="2147483738" r:id="rId3"/>
    <p:sldLayoutId id="2147483739" r:id="rId4"/>
    <p:sldLayoutId id="2147483740" r:id="rId5"/>
    <p:sldLayoutId id="2147483741" r:id="rId6"/>
    <p:sldLayoutId id="2147483742" r:id="rId7"/>
    <p:sldLayoutId id="2147483743" r:id="rId8"/>
    <p:sldLayoutId id="2147483744" r:id="rId9"/>
    <p:sldLayoutId id="2147483745" r:id="rId10"/>
    <p:sldLayoutId id="2147483746" r:id="rId11"/>
    <p:sldLayoutId id="2147483747" r:id="rId12"/>
    <p:sldLayoutId id="2147483748" r:id="rId13"/>
    <p:sldLayoutId id="2147483749" r:id="rId14"/>
    <p:sldLayoutId id="2147483750" r:id="rId15"/>
    <p:sldLayoutId id="2147483751" r:id="rId16"/>
    <p:sldLayoutId id="2147483752" r:id="rId17"/>
    <p:sldLayoutId id="2147483753" r:id="rId18"/>
    <p:sldLayoutId id="2147483754" r:id="rId19"/>
    <p:sldLayoutId id="2147483755" r:id="rId20"/>
    <p:sldLayoutId id="2147483756" r:id="rId21"/>
    <p:sldLayoutId id="2147483757" r:id="rId22"/>
    <p:sldLayoutId id="2147483758" r:id="rId23"/>
    <p:sldLayoutId id="2147483759" r:id="rId24"/>
    <p:sldLayoutId id="2147483760" r:id="rId25"/>
    <p:sldLayoutId id="2147483761" r:id="rId26"/>
    <p:sldLayoutId id="2147483762" r:id="rId27"/>
    <p:sldLayoutId id="2147483763" r:id="rId28"/>
    <p:sldLayoutId id="2147483764" r:id="rId29"/>
    <p:sldLayoutId id="2147483765" r:id="rId30"/>
    <p:sldLayoutId id="2147483766" r:id="rId31"/>
    <p:sldLayoutId id="2147483767" r:id="rId32"/>
    <p:sldLayoutId id="2147483768" r:id="rId33"/>
    <p:sldLayoutId id="2147483769" r:id="rId34"/>
    <p:sldLayoutId id="2147483770" r:id="rId35"/>
    <p:sldLayoutId id="2147483771" r:id="rId36"/>
    <p:sldLayoutId id="2147483772" r:id="rId37"/>
    <p:sldLayoutId id="2147483774" r:id="rId38"/>
  </p:sldLayoutIdLst>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0"/>
        </a:spcBef>
        <a:spcAft>
          <a:spcPts val="600"/>
        </a:spcAft>
        <a:buFont typeface="Arial" panose="020B0604020202020204" pitchFamily="34" charset="0"/>
        <a:buChar char="•"/>
        <a:defRPr sz="1800" kern="1200">
          <a:solidFill>
            <a:schemeClr val="tx1"/>
          </a:solidFill>
          <a:latin typeface="+mn-lt"/>
          <a:ea typeface="+mn-ea"/>
          <a:cs typeface="+mn-cs"/>
        </a:defRPr>
      </a:lvl1pPr>
      <a:lvl2pPr marL="577850" indent="-233363"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2pPr>
      <a:lvl3pPr marL="923925" indent="-233363" algn="l" defTabSz="914400" rtl="0" eaLnBrk="1" latinLnBrk="0" hangingPunct="1">
        <a:lnSpc>
          <a:spcPct val="110000"/>
        </a:lnSpc>
        <a:spcBef>
          <a:spcPts val="0"/>
        </a:spcBef>
        <a:spcAft>
          <a:spcPts val="600"/>
        </a:spcAft>
        <a:buFont typeface="Courier New" panose="02070309020205020404" pitchFamily="49" charset="0"/>
        <a:buChar char="o"/>
        <a:tabLst/>
        <a:defRPr sz="1600" kern="1200">
          <a:solidFill>
            <a:schemeClr val="tx1"/>
          </a:solidFill>
          <a:latin typeface="+mn-lt"/>
          <a:ea typeface="+mn-ea"/>
          <a:cs typeface="+mn-cs"/>
        </a:defRPr>
      </a:lvl3pPr>
      <a:lvl4pPr marL="1258888" indent="-223838" algn="l" defTabSz="914400" rtl="0" eaLnBrk="1" latinLnBrk="0" hangingPunct="1">
        <a:lnSpc>
          <a:spcPct val="110000"/>
        </a:lnSpc>
        <a:spcBef>
          <a:spcPts val="0"/>
        </a:spcBef>
        <a:spcAft>
          <a:spcPts val="600"/>
        </a:spcAft>
        <a:buFont typeface="Arial" panose="020B0604020202020204" pitchFamily="34" charset="0"/>
        <a:buChar char="•"/>
        <a:tabLst/>
        <a:defRPr sz="1600" kern="1200">
          <a:solidFill>
            <a:schemeClr val="tx1"/>
          </a:solidFill>
          <a:latin typeface="+mn-lt"/>
          <a:ea typeface="+mn-ea"/>
          <a:cs typeface="+mn-cs"/>
        </a:defRPr>
      </a:lvl4pPr>
      <a:lvl5pPr marL="1604963" indent="-223838" algn="l" defTabSz="914400" rtl="0" eaLnBrk="1" latinLnBrk="0" hangingPunct="1">
        <a:lnSpc>
          <a:spcPct val="110000"/>
        </a:lnSpc>
        <a:spcBef>
          <a:spcPts val="0"/>
        </a:spcBef>
        <a:spcAft>
          <a:spcPts val="600"/>
        </a:spcAft>
        <a:buFont typeface="Wingdings" pitchFamily="2" charset="2"/>
        <a:buChar char="§"/>
        <a:tabLst/>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9.png"/><Relationship Id="rId1" Type="http://schemas.openxmlformats.org/officeDocument/2006/relationships/slideLayout" Target="../slideLayouts/slideLayout7.xml"/><Relationship Id="rId5" Type="http://schemas.openxmlformats.org/officeDocument/2006/relationships/image" Target="../media/image21.jpeg"/><Relationship Id="rId4" Type="http://schemas.openxmlformats.org/officeDocument/2006/relationships/image" Target="../media/image20.png"/></Relationships>
</file>

<file path=ppt/slides/_rels/slide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0.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image" Target="../media/image20.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4.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0.png"/><Relationship Id="rId1" Type="http://schemas.openxmlformats.org/officeDocument/2006/relationships/slideLayout" Target="../slideLayouts/slideLayout7.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2">
            <a:biLevel thresh="25000"/>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7850909" y="0"/>
            <a:ext cx="3744190" cy="1965700"/>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4">
            <a:lum bright="70000" contrast="-70000"/>
            <a:extLst>
              <a:ext uri="{28A0092B-C50C-407E-A947-70E740481C1C}">
                <a14:useLocalDpi xmlns:a14="http://schemas.microsoft.com/office/drawing/2010/main" val="0"/>
              </a:ext>
            </a:extLst>
          </a:blip>
          <a:stretch>
            <a:fillRect/>
          </a:stretch>
        </p:blipFill>
        <p:spPr>
          <a:xfrm>
            <a:off x="596901" y="418320"/>
            <a:ext cx="4053898" cy="954256"/>
          </a:xfrm>
          <a:prstGeom prst="rect">
            <a:avLst/>
          </a:prstGeom>
        </p:spPr>
      </p:pic>
      <p:pic>
        <p:nvPicPr>
          <p:cNvPr id="16" name="Imagen 15">
            <a:extLst>
              <a:ext uri="{FF2B5EF4-FFF2-40B4-BE49-F238E27FC236}">
                <a16:creationId xmlns:a16="http://schemas.microsoft.com/office/drawing/2014/main" id="{47F56B21-165B-13C1-F495-3576889CB7BE}"/>
              </a:ext>
            </a:extLst>
          </p:cNvPr>
          <p:cNvPicPr>
            <a:picLocks noChangeAspect="1"/>
          </p:cNvPicPr>
          <p:nvPr/>
        </p:nvPicPr>
        <p:blipFill>
          <a:blip r:embed="rId5">
            <a:extLst>
              <a:ext uri="{28A0092B-C50C-407E-A947-70E740481C1C}">
                <a14:useLocalDpi xmlns:a14="http://schemas.microsoft.com/office/drawing/2010/main" val="0"/>
              </a:ext>
            </a:extLst>
          </a:blip>
          <a:srcRect l="6842" r="6842"/>
          <a:stretch/>
        </p:blipFill>
        <p:spPr>
          <a:xfrm>
            <a:off x="6096000" y="1870726"/>
            <a:ext cx="6096000" cy="4719037"/>
          </a:xfrm>
          <a:custGeom>
            <a:avLst/>
            <a:gdLst>
              <a:gd name="connsiteX0" fmla="*/ 1 w 6548583"/>
              <a:gd name="connsiteY0" fmla="*/ 0 h 5069391"/>
              <a:gd name="connsiteX1" fmla="*/ 6548583 w 6548583"/>
              <a:gd name="connsiteY1" fmla="*/ 0 h 5069391"/>
              <a:gd name="connsiteX2" fmla="*/ 6548583 w 6548583"/>
              <a:gd name="connsiteY2" fmla="*/ 1424774 h 5069391"/>
              <a:gd name="connsiteX3" fmla="*/ 1440000 w 6548583"/>
              <a:gd name="connsiteY3" fmla="*/ 1424774 h 5069391"/>
              <a:gd name="connsiteX4" fmla="*/ 1440000 w 6548583"/>
              <a:gd name="connsiteY4" fmla="*/ 1807083 h 5069391"/>
              <a:gd name="connsiteX5" fmla="*/ 6548583 w 6548583"/>
              <a:gd name="connsiteY5" fmla="*/ 1807083 h 5069391"/>
              <a:gd name="connsiteX6" fmla="*/ 6548583 w 6548583"/>
              <a:gd name="connsiteY6" fmla="*/ 3247083 h 5069391"/>
              <a:gd name="connsiteX7" fmla="*/ 1440000 w 6548583"/>
              <a:gd name="connsiteY7" fmla="*/ 3247082 h 5069391"/>
              <a:gd name="connsiteX8" fmla="*/ 1440000 w 6548583"/>
              <a:gd name="connsiteY8" fmla="*/ 3629391 h 5069391"/>
              <a:gd name="connsiteX9" fmla="*/ 6548582 w 6548583"/>
              <a:gd name="connsiteY9" fmla="*/ 3629392 h 5069391"/>
              <a:gd name="connsiteX10" fmla="*/ 6548582 w 6548583"/>
              <a:gd name="connsiteY10" fmla="*/ 5069391 h 5069391"/>
              <a:gd name="connsiteX11" fmla="*/ 1440000 w 6548583"/>
              <a:gd name="connsiteY11" fmla="*/ 5069391 h 5069391"/>
              <a:gd name="connsiteX12" fmla="*/ 0 w 6548583"/>
              <a:gd name="connsiteY12" fmla="*/ 5069391 h 5069391"/>
              <a:gd name="connsiteX13" fmla="*/ 0 w 6548583"/>
              <a:gd name="connsiteY13" fmla="*/ 1 h 5069391"/>
              <a:gd name="connsiteX14" fmla="*/ 1 w 6548583"/>
              <a:gd name="connsiteY14" fmla="*/ 1 h 50693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548583" h="5069391">
                <a:moveTo>
                  <a:pt x="1" y="0"/>
                </a:moveTo>
                <a:lnTo>
                  <a:pt x="6548583" y="0"/>
                </a:lnTo>
                <a:lnTo>
                  <a:pt x="6548583" y="1424774"/>
                </a:lnTo>
                <a:lnTo>
                  <a:pt x="1440000" y="1424774"/>
                </a:lnTo>
                <a:lnTo>
                  <a:pt x="1440000" y="1807083"/>
                </a:lnTo>
                <a:lnTo>
                  <a:pt x="6548583" y="1807083"/>
                </a:lnTo>
                <a:lnTo>
                  <a:pt x="6548583" y="3247083"/>
                </a:lnTo>
                <a:lnTo>
                  <a:pt x="1440000" y="3247082"/>
                </a:lnTo>
                <a:lnTo>
                  <a:pt x="1440000" y="3629391"/>
                </a:lnTo>
                <a:lnTo>
                  <a:pt x="6548582" y="3629392"/>
                </a:lnTo>
                <a:lnTo>
                  <a:pt x="6548582" y="5069391"/>
                </a:lnTo>
                <a:lnTo>
                  <a:pt x="1440000" y="5069391"/>
                </a:lnTo>
                <a:lnTo>
                  <a:pt x="0" y="5069391"/>
                </a:lnTo>
                <a:lnTo>
                  <a:pt x="0" y="1"/>
                </a:lnTo>
                <a:lnTo>
                  <a:pt x="1" y="1"/>
                </a:lnTo>
                <a:close/>
              </a:path>
            </a:pathLst>
          </a:cu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481781" y="2847728"/>
            <a:ext cx="5525729" cy="2215991"/>
          </a:xfrm>
          <a:prstGeom prst="rect">
            <a:avLst/>
          </a:prstGeom>
          <a:noFill/>
        </p:spPr>
        <p:txBody>
          <a:bodyPr wrap="square" rtlCol="0">
            <a:spAutoFit/>
          </a:bodyPr>
          <a:lstStyle/>
          <a:p>
            <a:r>
              <a:rPr lang="es-ES" sz="4600" b="1" dirty="0">
                <a:solidFill>
                  <a:schemeClr val="accent3">
                    <a:lumMod val="60000"/>
                    <a:lumOff val="40000"/>
                  </a:schemeClr>
                </a:solidFill>
                <a:latin typeface="Montserrat" pitchFamily="2" charset="0"/>
              </a:rPr>
              <a:t>PROGRAMACIÓN DE ASGINATURAS</a:t>
            </a:r>
            <a:endParaRPr lang="es-PE" sz="4600" b="1" dirty="0">
              <a:solidFill>
                <a:schemeClr val="accent3">
                  <a:lumMod val="60000"/>
                  <a:lumOff val="40000"/>
                </a:schemeClr>
              </a:solidFill>
              <a:latin typeface="Montserrat" pitchFamily="2" charset="0"/>
            </a:endParaRPr>
          </a:p>
        </p:txBody>
      </p:sp>
      <p:sp>
        <p:nvSpPr>
          <p:cNvPr id="2" name="CuadroTexto 1">
            <a:extLst>
              <a:ext uri="{FF2B5EF4-FFF2-40B4-BE49-F238E27FC236}">
                <a16:creationId xmlns:a16="http://schemas.microsoft.com/office/drawing/2014/main" id="{CDF3A99F-357C-A6F7-37E7-45E55D8F10F5}"/>
              </a:ext>
            </a:extLst>
          </p:cNvPr>
          <p:cNvSpPr txBox="1"/>
          <p:nvPr/>
        </p:nvSpPr>
        <p:spPr>
          <a:xfrm>
            <a:off x="596901" y="6322596"/>
            <a:ext cx="3134128" cy="276999"/>
          </a:xfrm>
          <a:prstGeom prst="rect">
            <a:avLst/>
          </a:prstGeom>
          <a:noFill/>
        </p:spPr>
        <p:txBody>
          <a:bodyPr wrap="none" rtlCol="0">
            <a:spAutoFit/>
          </a:bodyPr>
          <a:lstStyle/>
          <a:p>
            <a:r>
              <a:rPr lang="es-ES" sz="1200" i="1" dirty="0">
                <a:solidFill>
                  <a:schemeClr val="bg1"/>
                </a:solidFill>
              </a:rPr>
              <a:t>Elaborado por: Ing. Liliana Ocampo Moreno</a:t>
            </a:r>
            <a:endParaRPr lang="es-PE" sz="1200" i="1" dirty="0">
              <a:solidFill>
                <a:schemeClr val="bg1"/>
              </a:solidFill>
            </a:endParaRPr>
          </a:p>
        </p:txBody>
      </p:sp>
    </p:spTree>
    <p:extLst>
      <p:ext uri="{BB962C8B-B14F-4D97-AF65-F5344CB8AC3E}">
        <p14:creationId xmlns:p14="http://schemas.microsoft.com/office/powerpoint/2010/main" val="248736875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n 1" descr="Patrón de fondo&#10;&#10;El contenido generado por IA puede ser incorrecto.">
            <a:extLst>
              <a:ext uri="{FF2B5EF4-FFF2-40B4-BE49-F238E27FC236}">
                <a16:creationId xmlns:a16="http://schemas.microsoft.com/office/drawing/2014/main" id="{5F046F4F-DB6A-C646-3CFC-7D9F9B79AB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2447365" y="2828835"/>
            <a:ext cx="7297270" cy="1200329"/>
          </a:xfrm>
          <a:prstGeom prst="rect">
            <a:avLst/>
          </a:prstGeom>
          <a:noFill/>
        </p:spPr>
        <p:txBody>
          <a:bodyPr wrap="square" rtlCol="0">
            <a:spAutoFit/>
          </a:bodyPr>
          <a:lstStyle/>
          <a:p>
            <a:r>
              <a:rPr lang="es-ES" sz="7200" b="1" dirty="0">
                <a:solidFill>
                  <a:schemeClr val="accent3">
                    <a:lumMod val="60000"/>
                    <a:lumOff val="40000"/>
                  </a:schemeClr>
                </a:solidFill>
                <a:latin typeface="Montserrat" pitchFamily="2" charset="0"/>
              </a:rPr>
              <a:t>DEFINICIONES</a:t>
            </a:r>
            <a:endParaRPr lang="es-PE" sz="7200" b="1" dirty="0">
              <a:solidFill>
                <a:schemeClr val="accent3">
                  <a:lumMod val="60000"/>
                  <a:lumOff val="40000"/>
                </a:schemeClr>
              </a:solidFill>
              <a:latin typeface="Montserrat" pitchFamily="2" charset="0"/>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r>
              <a:rPr lang="es-ES" sz="1200" i="1" dirty="0">
                <a:solidFill>
                  <a:schemeClr val="bg1"/>
                </a:solidFill>
              </a:rPr>
              <a:t>Elaborado por: Ing. Liliana Ocampo Moreno</a:t>
            </a:r>
            <a:endParaRPr lang="es-PE" sz="1200" i="1" dirty="0">
              <a:solidFill>
                <a:schemeClr val="bg1"/>
              </a:solidFill>
            </a:endParaRPr>
          </a:p>
        </p:txBody>
      </p:sp>
    </p:spTree>
    <p:extLst>
      <p:ext uri="{BB962C8B-B14F-4D97-AF65-F5344CB8AC3E}">
        <p14:creationId xmlns:p14="http://schemas.microsoft.com/office/powerpoint/2010/main" val="904659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8885766" cy="523220"/>
          </a:xfrm>
          <a:prstGeom prst="rect">
            <a:avLst/>
          </a:prstGeom>
          <a:noFill/>
        </p:spPr>
        <p:txBody>
          <a:bodyPr wrap="none" rtlCol="0">
            <a:spAutoFit/>
          </a:bodyPr>
          <a:lstStyle/>
          <a:p>
            <a:r>
              <a:rPr lang="es-ES" sz="2800" b="1" dirty="0">
                <a:latin typeface="Montserrat" pitchFamily="2" charset="0"/>
              </a:rPr>
              <a:t>GESTIÓN DE LA PROGRAMACIÓN ACADÉMICA</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193161" y="241540"/>
            <a:ext cx="2998837"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CuadroTexto 1">
            <a:extLst>
              <a:ext uri="{FF2B5EF4-FFF2-40B4-BE49-F238E27FC236}">
                <a16:creationId xmlns:a16="http://schemas.microsoft.com/office/drawing/2014/main" id="{D3835BB7-D525-B78D-B54A-137EF0D9EC72}"/>
              </a:ext>
            </a:extLst>
          </p:cNvPr>
          <p:cNvSpPr txBox="1"/>
          <p:nvPr/>
        </p:nvSpPr>
        <p:spPr>
          <a:xfrm>
            <a:off x="431320" y="967304"/>
            <a:ext cx="11298563" cy="5478423"/>
          </a:xfrm>
          <a:prstGeom prst="rect">
            <a:avLst/>
          </a:prstGeom>
          <a:noFill/>
        </p:spPr>
        <p:txBody>
          <a:bodyPr wrap="square" rtlCol="0">
            <a:spAutoFit/>
          </a:bodyPr>
          <a:lstStyle/>
          <a:p>
            <a:pPr marL="0" indent="0" algn="just">
              <a:spcAft>
                <a:spcPts val="1200"/>
              </a:spcAft>
              <a:buClr>
                <a:srgbClr val="0CB4B4"/>
              </a:buClr>
              <a:buNone/>
            </a:pPr>
            <a:r>
              <a:rPr lang="es-CO" sz="1800" dirty="0"/>
              <a:t>Comprende el conjunto de actividades que realiza la institución para organizar y administrar la programación académica de cada periodo. Incluye la </a:t>
            </a:r>
            <a:r>
              <a:rPr lang="es-CO" sz="1800" b="1" dirty="0"/>
              <a:t>asignación de espacios físicos</a:t>
            </a:r>
            <a:r>
              <a:rPr lang="es-CO" sz="1800" dirty="0"/>
              <a:t> destinados a clases, laboratorios, conferencias, seminarios, exámenes y otras actividades académicas, así como la coordinación operativa necesaria para garantizar que dichos recursos estén disponibles y correctamente programados:</a:t>
            </a:r>
          </a:p>
          <a:p>
            <a:pPr marL="285750" indent="-285750" algn="just">
              <a:spcAft>
                <a:spcPts val="1200"/>
              </a:spcAft>
              <a:buClr>
                <a:schemeClr val="accent6"/>
              </a:buClr>
              <a:buFont typeface="Wingdings" panose="05000000000000000000" pitchFamily="2" charset="2"/>
              <a:buChar char="§"/>
            </a:pPr>
            <a:r>
              <a:rPr lang="es-CO" sz="1800" b="1" dirty="0"/>
              <a:t>Características básicas</a:t>
            </a:r>
            <a:r>
              <a:rPr lang="es-CO" sz="1800" dirty="0"/>
              <a:t>: Determinar campus de impartición, fechas de inicio y finalización, modalidad (presencial, virtual, híbrida) y demás atributos relevantes.</a:t>
            </a:r>
          </a:p>
          <a:p>
            <a:pPr marL="285750" indent="-285750" algn="just">
              <a:spcAft>
                <a:spcPts val="1200"/>
              </a:spcAft>
              <a:buClr>
                <a:schemeClr val="accent6"/>
              </a:buClr>
              <a:buFont typeface="Wingdings" panose="05000000000000000000" pitchFamily="2" charset="2"/>
              <a:buChar char="§"/>
            </a:pPr>
            <a:r>
              <a:rPr lang="es-CO" sz="1800" b="1" dirty="0"/>
              <a:t>Cupos disponibles</a:t>
            </a:r>
            <a:r>
              <a:rPr lang="es-CO" sz="1800" dirty="0"/>
              <a:t>: Establecer el número máximo de estudiantes que podrán inscribirse en cada sección.</a:t>
            </a:r>
          </a:p>
          <a:p>
            <a:pPr marL="285750" indent="-285750" algn="just">
              <a:spcAft>
                <a:spcPts val="1200"/>
              </a:spcAft>
              <a:buClr>
                <a:schemeClr val="accent6"/>
              </a:buClr>
              <a:buFont typeface="Wingdings" panose="05000000000000000000" pitchFamily="2" charset="2"/>
              <a:buChar char="§"/>
            </a:pPr>
            <a:r>
              <a:rPr lang="es-CO" sz="1800" b="1" dirty="0"/>
              <a:t>Días y horarios</a:t>
            </a:r>
            <a:r>
              <a:rPr lang="es-CO" sz="1800" dirty="0"/>
              <a:t>: Configurar el calendario semanal de clases, especificando franjas horarias y frecuencia.</a:t>
            </a:r>
          </a:p>
          <a:p>
            <a:pPr marL="285750" indent="-285750" algn="just">
              <a:spcAft>
                <a:spcPts val="1200"/>
              </a:spcAft>
              <a:buClr>
                <a:schemeClr val="accent6"/>
              </a:buClr>
              <a:buFont typeface="Wingdings" panose="05000000000000000000" pitchFamily="2" charset="2"/>
              <a:buChar char="§"/>
            </a:pPr>
            <a:r>
              <a:rPr lang="es-CO" sz="1800" b="1" dirty="0"/>
              <a:t>Prerrequisitos</a:t>
            </a:r>
            <a:r>
              <a:rPr lang="es-CO" sz="1800" dirty="0"/>
              <a:t>: Señalar los cursos o conocimientos previos necesarios para la inscripción.</a:t>
            </a:r>
          </a:p>
          <a:p>
            <a:pPr marL="285750" indent="-285750" algn="just">
              <a:spcAft>
                <a:spcPts val="1200"/>
              </a:spcAft>
              <a:buClr>
                <a:schemeClr val="accent6"/>
              </a:buClr>
              <a:buFont typeface="Wingdings" panose="05000000000000000000" pitchFamily="2" charset="2"/>
              <a:buChar char="§"/>
            </a:pPr>
            <a:r>
              <a:rPr lang="es-CO" sz="1800" b="1" dirty="0"/>
              <a:t>Correquisitos</a:t>
            </a:r>
            <a:r>
              <a:rPr lang="es-CO" sz="1800" dirty="0"/>
              <a:t>: Indicar los cursos que deben ser inscritos simultáneamente.</a:t>
            </a:r>
          </a:p>
          <a:p>
            <a:pPr marL="285750" indent="-285750" algn="just">
              <a:spcAft>
                <a:spcPts val="1200"/>
              </a:spcAft>
              <a:buClr>
                <a:schemeClr val="accent6"/>
              </a:buClr>
              <a:buFont typeface="Wingdings" panose="05000000000000000000" pitchFamily="2" charset="2"/>
              <a:buChar char="§"/>
            </a:pPr>
            <a:r>
              <a:rPr lang="es-CO" sz="1800" b="1" dirty="0"/>
              <a:t>Restricciones de inscripción</a:t>
            </a:r>
            <a:r>
              <a:rPr lang="es-CO" sz="1800" dirty="0"/>
              <a:t>: Establecer limitaciones específicas a nivel de sección (por ejemplo, programas académicos autorizados, niveles de avance).</a:t>
            </a:r>
          </a:p>
          <a:p>
            <a:pPr marL="285750" indent="-285750" algn="just">
              <a:spcAft>
                <a:spcPts val="1200"/>
              </a:spcAft>
              <a:buClr>
                <a:schemeClr val="accent6"/>
              </a:buClr>
              <a:buFont typeface="Wingdings" panose="05000000000000000000" pitchFamily="2" charset="2"/>
              <a:buChar char="§"/>
            </a:pPr>
            <a:r>
              <a:rPr lang="es-CO" sz="1800" b="1" dirty="0"/>
              <a:t>Secciones ligadas y listas cruzadas</a:t>
            </a:r>
            <a:r>
              <a:rPr lang="es-CO" sz="1800" dirty="0"/>
              <a:t>: Configurar vínculos entre secciones que comparten contenidos o que se ofertan de manera conjunta.</a:t>
            </a:r>
          </a:p>
          <a:p>
            <a:pPr>
              <a:spcAft>
                <a:spcPts val="1200"/>
              </a:spcAft>
            </a:pPr>
            <a:endParaRPr lang="es-PE" dirty="0"/>
          </a:p>
        </p:txBody>
      </p:sp>
    </p:spTree>
    <p:extLst>
      <p:ext uri="{BB962C8B-B14F-4D97-AF65-F5344CB8AC3E}">
        <p14:creationId xmlns:p14="http://schemas.microsoft.com/office/powerpoint/2010/main" val="32918991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10" presetClass="entr" presetSubtype="0" fill="hold" grpId="0" nodeType="after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500"/>
                                        <p:tgtEl>
                                          <p:spTgt spid="2">
                                            <p:txEl>
                                              <p:pRg st="0" end="0"/>
                                            </p:txEl>
                                          </p:spTgt>
                                        </p:tgtEl>
                                      </p:cBhvr>
                                    </p:animEffect>
                                  </p:childTnLst>
                                </p:cTn>
                              </p:par>
                            </p:childTnLst>
                          </p:cTn>
                        </p:par>
                        <p:par>
                          <p:cTn id="15" fill="hold">
                            <p:stCondLst>
                              <p:cond delay="1000"/>
                            </p:stCondLst>
                            <p:childTnLst>
                              <p:par>
                                <p:cTn id="16" presetID="10" presetClass="entr" presetSubtype="0" fill="hold" grpId="0" nodeType="afterEffect">
                                  <p:stCondLst>
                                    <p:cond delay="0"/>
                                  </p:stCondLst>
                                  <p:childTnLst>
                                    <p:set>
                                      <p:cBhvr>
                                        <p:cTn id="17" dur="1" fill="hold">
                                          <p:stCondLst>
                                            <p:cond delay="0"/>
                                          </p:stCondLst>
                                        </p:cTn>
                                        <p:tgtEl>
                                          <p:spTgt spid="2">
                                            <p:txEl>
                                              <p:pRg st="1" end="1"/>
                                            </p:txEl>
                                          </p:spTgt>
                                        </p:tgtEl>
                                        <p:attrNameLst>
                                          <p:attrName>style.visibility</p:attrName>
                                        </p:attrNameLst>
                                      </p:cBhvr>
                                      <p:to>
                                        <p:strVal val="visible"/>
                                      </p:to>
                                    </p:set>
                                    <p:animEffect transition="in" filter="fade">
                                      <p:cBhvr>
                                        <p:cTn id="18" dur="500"/>
                                        <p:tgtEl>
                                          <p:spTgt spid="2">
                                            <p:txEl>
                                              <p:pRg st="1" end="1"/>
                                            </p:txEl>
                                          </p:spTgt>
                                        </p:tgtEl>
                                      </p:cBhvr>
                                    </p:animEffect>
                                  </p:childTnLst>
                                </p:cTn>
                              </p:par>
                            </p:childTnLst>
                          </p:cTn>
                        </p:par>
                        <p:par>
                          <p:cTn id="19" fill="hold">
                            <p:stCondLst>
                              <p:cond delay="1500"/>
                            </p:stCondLst>
                            <p:childTnLst>
                              <p:par>
                                <p:cTn id="20" presetID="10" presetClass="entr" presetSubtype="0" fill="hold" grpId="0" nodeType="afterEffect">
                                  <p:stCondLst>
                                    <p:cond delay="0"/>
                                  </p:stCondLst>
                                  <p:childTnLst>
                                    <p:set>
                                      <p:cBhvr>
                                        <p:cTn id="21" dur="1" fill="hold">
                                          <p:stCondLst>
                                            <p:cond delay="0"/>
                                          </p:stCondLst>
                                        </p:cTn>
                                        <p:tgtEl>
                                          <p:spTgt spid="2">
                                            <p:txEl>
                                              <p:pRg st="2" end="2"/>
                                            </p:txEl>
                                          </p:spTgt>
                                        </p:tgtEl>
                                        <p:attrNameLst>
                                          <p:attrName>style.visibility</p:attrName>
                                        </p:attrNameLst>
                                      </p:cBhvr>
                                      <p:to>
                                        <p:strVal val="visible"/>
                                      </p:to>
                                    </p:set>
                                    <p:animEffect transition="in" filter="fade">
                                      <p:cBhvr>
                                        <p:cTn id="22" dur="500"/>
                                        <p:tgtEl>
                                          <p:spTgt spid="2">
                                            <p:txEl>
                                              <p:pRg st="2" end="2"/>
                                            </p:txEl>
                                          </p:spTgt>
                                        </p:tgtEl>
                                      </p:cBhvr>
                                    </p:animEffect>
                                  </p:childTnLst>
                                </p:cTn>
                              </p:par>
                            </p:childTnLst>
                          </p:cTn>
                        </p:par>
                        <p:par>
                          <p:cTn id="23" fill="hold">
                            <p:stCondLst>
                              <p:cond delay="2000"/>
                            </p:stCondLst>
                            <p:childTnLst>
                              <p:par>
                                <p:cTn id="24" presetID="10" presetClass="entr" presetSubtype="0" fill="hold" grpId="0" nodeType="afterEffect">
                                  <p:stCondLst>
                                    <p:cond delay="0"/>
                                  </p:stCondLst>
                                  <p:childTnLst>
                                    <p:set>
                                      <p:cBhvr>
                                        <p:cTn id="25" dur="1" fill="hold">
                                          <p:stCondLst>
                                            <p:cond delay="0"/>
                                          </p:stCondLst>
                                        </p:cTn>
                                        <p:tgtEl>
                                          <p:spTgt spid="2">
                                            <p:txEl>
                                              <p:pRg st="3" end="3"/>
                                            </p:txEl>
                                          </p:spTgt>
                                        </p:tgtEl>
                                        <p:attrNameLst>
                                          <p:attrName>style.visibility</p:attrName>
                                        </p:attrNameLst>
                                      </p:cBhvr>
                                      <p:to>
                                        <p:strVal val="visible"/>
                                      </p:to>
                                    </p:set>
                                    <p:animEffect transition="in" filter="fade">
                                      <p:cBhvr>
                                        <p:cTn id="26" dur="500"/>
                                        <p:tgtEl>
                                          <p:spTgt spid="2">
                                            <p:txEl>
                                              <p:pRg st="3" end="3"/>
                                            </p:txEl>
                                          </p:spTgt>
                                        </p:tgtEl>
                                      </p:cBhvr>
                                    </p:animEffect>
                                  </p:childTnLst>
                                </p:cTn>
                              </p:par>
                            </p:childTnLst>
                          </p:cTn>
                        </p:par>
                        <p:par>
                          <p:cTn id="27" fill="hold">
                            <p:stCondLst>
                              <p:cond delay="2500"/>
                            </p:stCondLst>
                            <p:childTnLst>
                              <p:par>
                                <p:cTn id="28" presetID="10" presetClass="entr" presetSubtype="0" fill="hold" grpId="0" nodeType="afterEffect">
                                  <p:stCondLst>
                                    <p:cond delay="0"/>
                                  </p:stCondLst>
                                  <p:childTnLst>
                                    <p:set>
                                      <p:cBhvr>
                                        <p:cTn id="29" dur="1" fill="hold">
                                          <p:stCondLst>
                                            <p:cond delay="0"/>
                                          </p:stCondLst>
                                        </p:cTn>
                                        <p:tgtEl>
                                          <p:spTgt spid="2">
                                            <p:txEl>
                                              <p:pRg st="4" end="4"/>
                                            </p:txEl>
                                          </p:spTgt>
                                        </p:tgtEl>
                                        <p:attrNameLst>
                                          <p:attrName>style.visibility</p:attrName>
                                        </p:attrNameLst>
                                      </p:cBhvr>
                                      <p:to>
                                        <p:strVal val="visible"/>
                                      </p:to>
                                    </p:set>
                                    <p:animEffect transition="in" filter="fade">
                                      <p:cBhvr>
                                        <p:cTn id="30" dur="500"/>
                                        <p:tgtEl>
                                          <p:spTgt spid="2">
                                            <p:txEl>
                                              <p:pRg st="4" end="4"/>
                                            </p:txEl>
                                          </p:spTgt>
                                        </p:tgtEl>
                                      </p:cBhvr>
                                    </p:animEffect>
                                  </p:childTnLst>
                                </p:cTn>
                              </p:par>
                            </p:childTnLst>
                          </p:cTn>
                        </p:par>
                        <p:par>
                          <p:cTn id="31" fill="hold">
                            <p:stCondLst>
                              <p:cond delay="3000"/>
                            </p:stCondLst>
                            <p:childTnLst>
                              <p:par>
                                <p:cTn id="32" presetID="10" presetClass="entr" presetSubtype="0" fill="hold" grpId="0" nodeType="afterEffect">
                                  <p:stCondLst>
                                    <p:cond delay="0"/>
                                  </p:stCondLst>
                                  <p:childTnLst>
                                    <p:set>
                                      <p:cBhvr>
                                        <p:cTn id="33" dur="1" fill="hold">
                                          <p:stCondLst>
                                            <p:cond delay="0"/>
                                          </p:stCondLst>
                                        </p:cTn>
                                        <p:tgtEl>
                                          <p:spTgt spid="2">
                                            <p:txEl>
                                              <p:pRg st="5" end="5"/>
                                            </p:txEl>
                                          </p:spTgt>
                                        </p:tgtEl>
                                        <p:attrNameLst>
                                          <p:attrName>style.visibility</p:attrName>
                                        </p:attrNameLst>
                                      </p:cBhvr>
                                      <p:to>
                                        <p:strVal val="visible"/>
                                      </p:to>
                                    </p:set>
                                    <p:animEffect transition="in" filter="fade">
                                      <p:cBhvr>
                                        <p:cTn id="34" dur="500"/>
                                        <p:tgtEl>
                                          <p:spTgt spid="2">
                                            <p:txEl>
                                              <p:pRg st="5" end="5"/>
                                            </p:txEl>
                                          </p:spTgt>
                                        </p:tgtEl>
                                      </p:cBhvr>
                                    </p:animEffect>
                                  </p:childTnLst>
                                </p:cTn>
                              </p:par>
                            </p:childTnLst>
                          </p:cTn>
                        </p:par>
                        <p:par>
                          <p:cTn id="35" fill="hold">
                            <p:stCondLst>
                              <p:cond delay="3500"/>
                            </p:stCondLst>
                            <p:childTnLst>
                              <p:par>
                                <p:cTn id="36" presetID="10" presetClass="entr" presetSubtype="0" fill="hold" grpId="0" nodeType="afterEffect">
                                  <p:stCondLst>
                                    <p:cond delay="0"/>
                                  </p:stCondLst>
                                  <p:childTnLst>
                                    <p:set>
                                      <p:cBhvr>
                                        <p:cTn id="37" dur="1" fill="hold">
                                          <p:stCondLst>
                                            <p:cond delay="0"/>
                                          </p:stCondLst>
                                        </p:cTn>
                                        <p:tgtEl>
                                          <p:spTgt spid="2">
                                            <p:txEl>
                                              <p:pRg st="6" end="6"/>
                                            </p:txEl>
                                          </p:spTgt>
                                        </p:tgtEl>
                                        <p:attrNameLst>
                                          <p:attrName>style.visibility</p:attrName>
                                        </p:attrNameLst>
                                      </p:cBhvr>
                                      <p:to>
                                        <p:strVal val="visible"/>
                                      </p:to>
                                    </p:set>
                                    <p:animEffect transition="in" filter="fade">
                                      <p:cBhvr>
                                        <p:cTn id="38" dur="500"/>
                                        <p:tgtEl>
                                          <p:spTgt spid="2">
                                            <p:txEl>
                                              <p:pRg st="6" end="6"/>
                                            </p:txEl>
                                          </p:spTgt>
                                        </p:tgtEl>
                                      </p:cBhvr>
                                    </p:animEffect>
                                  </p:childTnLst>
                                </p:cTn>
                              </p:par>
                            </p:childTnLst>
                          </p:cTn>
                        </p:par>
                        <p:par>
                          <p:cTn id="39" fill="hold">
                            <p:stCondLst>
                              <p:cond delay="4000"/>
                            </p:stCondLst>
                            <p:childTnLst>
                              <p:par>
                                <p:cTn id="40" presetID="10" presetClass="entr" presetSubtype="0" fill="hold" grpId="0" nodeType="after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2"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026830" cy="523220"/>
          </a:xfrm>
          <a:prstGeom prst="rect">
            <a:avLst/>
          </a:prstGeom>
          <a:noFill/>
        </p:spPr>
        <p:txBody>
          <a:bodyPr wrap="none" rtlCol="0">
            <a:spAutoFit/>
          </a:bodyPr>
          <a:lstStyle/>
          <a:p>
            <a:r>
              <a:rPr lang="es-ES" sz="2800" b="1" dirty="0">
                <a:latin typeface="Montserrat" pitchFamily="2" charset="0"/>
              </a:rPr>
              <a:t>REGISTRAR OFERTA HORARIA DE LOS CURSOS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458150" y="241540"/>
            <a:ext cx="273384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2" name="CuadroTexto 1">
            <a:extLst>
              <a:ext uri="{FF2B5EF4-FFF2-40B4-BE49-F238E27FC236}">
                <a16:creationId xmlns:a16="http://schemas.microsoft.com/office/drawing/2014/main" id="{D3835BB7-D525-B78D-B54A-137EF0D9EC72}"/>
              </a:ext>
            </a:extLst>
          </p:cNvPr>
          <p:cNvSpPr txBox="1"/>
          <p:nvPr/>
        </p:nvSpPr>
        <p:spPr>
          <a:xfrm>
            <a:off x="431320" y="1399923"/>
            <a:ext cx="11298563" cy="4031873"/>
          </a:xfrm>
          <a:prstGeom prst="rect">
            <a:avLst/>
          </a:prstGeom>
          <a:noFill/>
        </p:spPr>
        <p:txBody>
          <a:bodyPr wrap="square" rtlCol="0">
            <a:spAutoFit/>
          </a:bodyPr>
          <a:lstStyle/>
          <a:p>
            <a:pPr>
              <a:spcAft>
                <a:spcPts val="1200"/>
              </a:spcAft>
            </a:pPr>
            <a:r>
              <a:rPr lang="es-CO" dirty="0"/>
              <a:t>La creación de secciones de cursos en un periodo académico implica:</a:t>
            </a:r>
          </a:p>
          <a:p>
            <a:pPr marL="285750" indent="-285750">
              <a:spcAft>
                <a:spcPts val="1200"/>
              </a:spcAft>
              <a:buClr>
                <a:schemeClr val="accent6"/>
              </a:buClr>
              <a:buFont typeface="Wingdings" panose="05000000000000000000" pitchFamily="2" charset="2"/>
              <a:buChar char="§"/>
            </a:pPr>
            <a:r>
              <a:rPr lang="es-CO" b="1" dirty="0"/>
              <a:t>Definición de características básicas</a:t>
            </a:r>
            <a:r>
              <a:rPr lang="es-CO" dirty="0"/>
              <a:t>: Campus de impartición, fechas de inicio y finalización, horarios, modalidad, así como prerrequisitos, correquisitos y/o restricciones de inscripción.</a:t>
            </a:r>
          </a:p>
          <a:p>
            <a:pPr marL="285750" indent="-285750">
              <a:spcAft>
                <a:spcPts val="1200"/>
              </a:spcAft>
              <a:buClr>
                <a:schemeClr val="accent6"/>
              </a:buClr>
              <a:buFont typeface="Wingdings" panose="05000000000000000000" pitchFamily="2" charset="2"/>
              <a:buChar char="§"/>
            </a:pPr>
            <a:r>
              <a:rPr lang="es-CO" b="1" dirty="0"/>
              <a:t>Identificación mediante NRC</a:t>
            </a:r>
            <a:r>
              <a:rPr lang="es-CO" dirty="0"/>
              <a:t>: Cada sección se representa por un NRC (Número de Referencia de Curso), valor único dentro del periodo académico que permite identificar la programación de una asignatura específica.</a:t>
            </a:r>
          </a:p>
          <a:p>
            <a:pPr marL="285750" indent="-285750">
              <a:spcAft>
                <a:spcPts val="1200"/>
              </a:spcAft>
              <a:buClr>
                <a:schemeClr val="accent6"/>
              </a:buClr>
              <a:buFont typeface="Wingdings" panose="05000000000000000000" pitchFamily="2" charset="2"/>
              <a:buChar char="§"/>
            </a:pPr>
            <a:r>
              <a:rPr lang="es-CO" b="1" dirty="0"/>
              <a:t>Creación en SSASECT</a:t>
            </a:r>
            <a:r>
              <a:rPr lang="es-CO" dirty="0"/>
              <a:t>: Los NRC se generan en el módulo SSASECT, tomando parámetros preestablecidos desde la configuración del catálogo de cursos. Dichos parámetros pueden ser ajustados en caso de requerirse.</a:t>
            </a:r>
          </a:p>
          <a:p>
            <a:pPr marL="285750" indent="-285750">
              <a:spcAft>
                <a:spcPts val="1200"/>
              </a:spcAft>
              <a:buClr>
                <a:schemeClr val="accent6"/>
              </a:buClr>
              <a:buFont typeface="Wingdings" panose="05000000000000000000" pitchFamily="2" charset="2"/>
              <a:buChar char="§"/>
            </a:pPr>
            <a:r>
              <a:rPr lang="es-CO" b="1" dirty="0"/>
              <a:t>Dependencia del catálogo</a:t>
            </a:r>
            <a:r>
              <a:rPr lang="es-CO" dirty="0"/>
              <a:t>: Los NRC se programan con base en las características vigentes de la asignatura al momento de crear la sección. Si se realizan modificaciones posteriores en el catálogo, los NRC ya programados no se ajustarán automáticamente.</a:t>
            </a:r>
          </a:p>
        </p:txBody>
      </p:sp>
    </p:spTree>
    <p:extLst>
      <p:ext uri="{BB962C8B-B14F-4D97-AF65-F5344CB8AC3E}">
        <p14:creationId xmlns:p14="http://schemas.microsoft.com/office/powerpoint/2010/main" val="406195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9026830" cy="523220"/>
          </a:xfrm>
          <a:prstGeom prst="rect">
            <a:avLst/>
          </a:prstGeom>
          <a:noFill/>
        </p:spPr>
        <p:txBody>
          <a:bodyPr wrap="none" rtlCol="0">
            <a:spAutoFit/>
          </a:bodyPr>
          <a:lstStyle/>
          <a:p>
            <a:r>
              <a:rPr lang="es-ES" sz="2800" b="1" dirty="0">
                <a:latin typeface="Montserrat" pitchFamily="2" charset="0"/>
              </a:rPr>
              <a:t>REGISTRAR OFERTA HORARIA DE LOS CURSOS</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9458150" y="241540"/>
            <a:ext cx="273384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5" name="Elipse 4">
            <a:extLst>
              <a:ext uri="{FF2B5EF4-FFF2-40B4-BE49-F238E27FC236}">
                <a16:creationId xmlns:a16="http://schemas.microsoft.com/office/drawing/2014/main" id="{E0F07226-D7DA-DE59-8B77-881CE02CBB4E}"/>
              </a:ext>
            </a:extLst>
          </p:cNvPr>
          <p:cNvSpPr/>
          <p:nvPr/>
        </p:nvSpPr>
        <p:spPr>
          <a:xfrm>
            <a:off x="549304" y="1339819"/>
            <a:ext cx="492912" cy="523220"/>
          </a:xfrm>
          <a:prstGeom prst="ellipse">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s-PE"/>
          </a:p>
        </p:txBody>
      </p:sp>
      <p:sp>
        <p:nvSpPr>
          <p:cNvPr id="10" name="CuadroTexto 9">
            <a:extLst>
              <a:ext uri="{FF2B5EF4-FFF2-40B4-BE49-F238E27FC236}">
                <a16:creationId xmlns:a16="http://schemas.microsoft.com/office/drawing/2014/main" id="{9E7421CC-95D2-797D-DE18-77D80C0AB019}"/>
              </a:ext>
            </a:extLst>
          </p:cNvPr>
          <p:cNvSpPr txBox="1"/>
          <p:nvPr/>
        </p:nvSpPr>
        <p:spPr>
          <a:xfrm>
            <a:off x="431718" y="1928484"/>
            <a:ext cx="728084" cy="369332"/>
          </a:xfrm>
          <a:prstGeom prst="rect">
            <a:avLst/>
          </a:prstGeom>
          <a:noFill/>
        </p:spPr>
        <p:txBody>
          <a:bodyPr wrap="none" rtlCol="0">
            <a:spAutoFit/>
          </a:bodyPr>
          <a:lstStyle/>
          <a:p>
            <a:r>
              <a:rPr lang="es-ES" dirty="0"/>
              <a:t>Inicio</a:t>
            </a:r>
            <a:endParaRPr lang="es-PE" dirty="0"/>
          </a:p>
        </p:txBody>
      </p:sp>
      <p:sp>
        <p:nvSpPr>
          <p:cNvPr id="11" name="Rectángulo: esquinas redondeadas 10">
            <a:extLst>
              <a:ext uri="{FF2B5EF4-FFF2-40B4-BE49-F238E27FC236}">
                <a16:creationId xmlns:a16="http://schemas.microsoft.com/office/drawing/2014/main" id="{5070D876-635D-7E58-4247-B66AC8D39DC3}"/>
              </a:ext>
            </a:extLst>
          </p:cNvPr>
          <p:cNvSpPr/>
          <p:nvPr/>
        </p:nvSpPr>
        <p:spPr>
          <a:xfrm>
            <a:off x="1995948" y="1130710"/>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cxnSp>
        <p:nvCxnSpPr>
          <p:cNvPr id="13" name="Conector recto de flecha 12">
            <a:extLst>
              <a:ext uri="{FF2B5EF4-FFF2-40B4-BE49-F238E27FC236}">
                <a16:creationId xmlns:a16="http://schemas.microsoft.com/office/drawing/2014/main" id="{11D865E5-4ACE-7456-61C5-D83C7A22FD10}"/>
              </a:ext>
            </a:extLst>
          </p:cNvPr>
          <p:cNvCxnSpPr>
            <a:stCxn id="5" idx="6"/>
            <a:endCxn id="11" idx="1"/>
          </p:cNvCxnSpPr>
          <p:nvPr/>
        </p:nvCxnSpPr>
        <p:spPr>
          <a:xfrm flipV="1">
            <a:off x="1042216" y="1597742"/>
            <a:ext cx="953732" cy="3687"/>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4" name="CuadroTexto 13">
            <a:extLst>
              <a:ext uri="{FF2B5EF4-FFF2-40B4-BE49-F238E27FC236}">
                <a16:creationId xmlns:a16="http://schemas.microsoft.com/office/drawing/2014/main" id="{12880EFF-3015-A5E7-8897-958E4498813F}"/>
              </a:ext>
            </a:extLst>
          </p:cNvPr>
          <p:cNvSpPr txBox="1"/>
          <p:nvPr/>
        </p:nvSpPr>
        <p:spPr>
          <a:xfrm>
            <a:off x="2035276" y="1228410"/>
            <a:ext cx="2123767" cy="738664"/>
          </a:xfrm>
          <a:prstGeom prst="rect">
            <a:avLst/>
          </a:prstGeom>
          <a:noFill/>
        </p:spPr>
        <p:txBody>
          <a:bodyPr wrap="square" rtlCol="0">
            <a:spAutoFit/>
          </a:bodyPr>
          <a:lstStyle/>
          <a:p>
            <a:pPr algn="ctr"/>
            <a:r>
              <a:rPr lang="es-ES" sz="1400" dirty="0"/>
              <a:t>Habilitación del periodo de programación académica (</a:t>
            </a:r>
            <a:r>
              <a:rPr lang="es-ES" sz="1400" b="1" dirty="0">
                <a:solidFill>
                  <a:schemeClr val="accent5"/>
                </a:solidFill>
              </a:rPr>
              <a:t>SOATERM</a:t>
            </a:r>
            <a:r>
              <a:rPr lang="es-ES" sz="1400" dirty="0"/>
              <a:t>)</a:t>
            </a:r>
            <a:endParaRPr lang="es-PE" sz="1400" dirty="0"/>
          </a:p>
        </p:txBody>
      </p:sp>
      <p:sp>
        <p:nvSpPr>
          <p:cNvPr id="15" name="CuadroTexto 14">
            <a:extLst>
              <a:ext uri="{FF2B5EF4-FFF2-40B4-BE49-F238E27FC236}">
                <a16:creationId xmlns:a16="http://schemas.microsoft.com/office/drawing/2014/main" id="{1DF2C799-55A4-F25A-7D00-A37895413C06}"/>
              </a:ext>
            </a:extLst>
          </p:cNvPr>
          <p:cNvSpPr txBox="1"/>
          <p:nvPr/>
        </p:nvSpPr>
        <p:spPr>
          <a:xfrm>
            <a:off x="2035275" y="2173406"/>
            <a:ext cx="2123767" cy="461665"/>
          </a:xfrm>
          <a:prstGeom prst="rect">
            <a:avLst/>
          </a:prstGeom>
          <a:noFill/>
        </p:spPr>
        <p:txBody>
          <a:bodyPr wrap="square" rtlCol="0">
            <a:spAutoFit/>
          </a:bodyPr>
          <a:lstStyle/>
          <a:p>
            <a:pPr algn="ctr"/>
            <a:r>
              <a:rPr lang="es-ES" sz="1200" b="1" i="1" dirty="0"/>
              <a:t>Ver Tutorial</a:t>
            </a:r>
          </a:p>
          <a:p>
            <a:pPr algn="ctr"/>
            <a:r>
              <a:rPr lang="es-ES" sz="1200" b="1" i="1" dirty="0"/>
              <a:t>1. Periodos Académicos</a:t>
            </a:r>
            <a:endParaRPr lang="es-PE" sz="1200" b="1" i="1" dirty="0"/>
          </a:p>
        </p:txBody>
      </p:sp>
      <p:sp>
        <p:nvSpPr>
          <p:cNvPr id="16" name="Rectángulo: esquinas redondeadas 15">
            <a:extLst>
              <a:ext uri="{FF2B5EF4-FFF2-40B4-BE49-F238E27FC236}">
                <a16:creationId xmlns:a16="http://schemas.microsoft.com/office/drawing/2014/main" id="{9F539C1C-ACA0-CE88-7625-AE9C4029813A}"/>
              </a:ext>
            </a:extLst>
          </p:cNvPr>
          <p:cNvSpPr/>
          <p:nvPr/>
        </p:nvSpPr>
        <p:spPr>
          <a:xfrm>
            <a:off x="4986657" y="1130710"/>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18" name="Rectángulo: esquinas redondeadas 17">
            <a:extLst>
              <a:ext uri="{FF2B5EF4-FFF2-40B4-BE49-F238E27FC236}">
                <a16:creationId xmlns:a16="http://schemas.microsoft.com/office/drawing/2014/main" id="{7B254C23-7F14-1827-1968-CC4B891577B0}"/>
              </a:ext>
            </a:extLst>
          </p:cNvPr>
          <p:cNvSpPr/>
          <p:nvPr/>
        </p:nvSpPr>
        <p:spPr>
          <a:xfrm>
            <a:off x="7983799" y="1114119"/>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19" name="CuadroTexto 18">
            <a:extLst>
              <a:ext uri="{FF2B5EF4-FFF2-40B4-BE49-F238E27FC236}">
                <a16:creationId xmlns:a16="http://schemas.microsoft.com/office/drawing/2014/main" id="{DD1A0331-4215-D51E-BA51-7206DD1FD1D8}"/>
              </a:ext>
            </a:extLst>
          </p:cNvPr>
          <p:cNvSpPr txBox="1"/>
          <p:nvPr/>
        </p:nvSpPr>
        <p:spPr>
          <a:xfrm>
            <a:off x="7983796" y="1321260"/>
            <a:ext cx="2212258" cy="523220"/>
          </a:xfrm>
          <a:prstGeom prst="rect">
            <a:avLst/>
          </a:prstGeom>
          <a:noFill/>
        </p:spPr>
        <p:txBody>
          <a:bodyPr wrap="square" rtlCol="0">
            <a:spAutoFit/>
          </a:bodyPr>
          <a:lstStyle/>
          <a:p>
            <a:pPr algn="ctr"/>
            <a:r>
              <a:rPr lang="es-ES" sz="1400" dirty="0"/>
              <a:t>Definir cupos disponibles  (</a:t>
            </a:r>
            <a:r>
              <a:rPr lang="es-ES" sz="1400" b="1" dirty="0">
                <a:solidFill>
                  <a:schemeClr val="accent5"/>
                </a:solidFill>
              </a:rPr>
              <a:t>SSASECT</a:t>
            </a:r>
            <a:r>
              <a:rPr lang="es-ES" sz="1400" dirty="0"/>
              <a:t>)</a:t>
            </a:r>
            <a:endParaRPr lang="es-PE" sz="1400" dirty="0"/>
          </a:p>
        </p:txBody>
      </p:sp>
      <p:cxnSp>
        <p:nvCxnSpPr>
          <p:cNvPr id="23" name="Conector recto de flecha 22">
            <a:extLst>
              <a:ext uri="{FF2B5EF4-FFF2-40B4-BE49-F238E27FC236}">
                <a16:creationId xmlns:a16="http://schemas.microsoft.com/office/drawing/2014/main" id="{8BB0030A-6090-4766-78A7-B941D0D3B664}"/>
              </a:ext>
            </a:extLst>
          </p:cNvPr>
          <p:cNvCxnSpPr>
            <a:cxnSpLocks/>
            <a:stCxn id="11" idx="3"/>
            <a:endCxn id="16" idx="1"/>
          </p:cNvCxnSpPr>
          <p:nvPr/>
        </p:nvCxnSpPr>
        <p:spPr>
          <a:xfrm>
            <a:off x="4208206" y="1597742"/>
            <a:ext cx="778451" cy="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25" name="Conector recto de flecha 24">
            <a:extLst>
              <a:ext uri="{FF2B5EF4-FFF2-40B4-BE49-F238E27FC236}">
                <a16:creationId xmlns:a16="http://schemas.microsoft.com/office/drawing/2014/main" id="{BFE3D0FD-BAD0-0753-641C-C9301D64BA01}"/>
              </a:ext>
            </a:extLst>
          </p:cNvPr>
          <p:cNvCxnSpPr>
            <a:cxnSpLocks/>
            <a:stCxn id="16" idx="3"/>
            <a:endCxn id="19" idx="1"/>
          </p:cNvCxnSpPr>
          <p:nvPr/>
        </p:nvCxnSpPr>
        <p:spPr>
          <a:xfrm flipV="1">
            <a:off x="7198915" y="1582870"/>
            <a:ext cx="784881" cy="14872"/>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
        <p:nvSpPr>
          <p:cNvPr id="17" name="CuadroTexto 16">
            <a:extLst>
              <a:ext uri="{FF2B5EF4-FFF2-40B4-BE49-F238E27FC236}">
                <a16:creationId xmlns:a16="http://schemas.microsoft.com/office/drawing/2014/main" id="{D528394E-34DF-ED2C-8365-CF16A198EF88}"/>
              </a:ext>
            </a:extLst>
          </p:cNvPr>
          <p:cNvSpPr txBox="1"/>
          <p:nvPr/>
        </p:nvSpPr>
        <p:spPr>
          <a:xfrm>
            <a:off x="4905899" y="1229649"/>
            <a:ext cx="2360140" cy="738664"/>
          </a:xfrm>
          <a:prstGeom prst="rect">
            <a:avLst/>
          </a:prstGeom>
          <a:noFill/>
        </p:spPr>
        <p:txBody>
          <a:bodyPr wrap="square" rtlCol="0">
            <a:spAutoFit/>
          </a:bodyPr>
          <a:lstStyle/>
          <a:p>
            <a:pPr algn="ctr"/>
            <a:r>
              <a:rPr lang="es-ES" sz="1400" dirty="0"/>
              <a:t>Creación de NRC definiendo características básicas  (</a:t>
            </a:r>
            <a:r>
              <a:rPr lang="es-ES" sz="1400" b="1" dirty="0">
                <a:solidFill>
                  <a:schemeClr val="accent5"/>
                </a:solidFill>
              </a:rPr>
              <a:t>SSASECT</a:t>
            </a:r>
            <a:r>
              <a:rPr lang="es-ES" sz="1400" dirty="0"/>
              <a:t>)</a:t>
            </a:r>
            <a:endParaRPr lang="es-PE" sz="1400" dirty="0"/>
          </a:p>
        </p:txBody>
      </p:sp>
      <p:sp>
        <p:nvSpPr>
          <p:cNvPr id="40" name="Rectángulo: esquinas redondeadas 39">
            <a:extLst>
              <a:ext uri="{FF2B5EF4-FFF2-40B4-BE49-F238E27FC236}">
                <a16:creationId xmlns:a16="http://schemas.microsoft.com/office/drawing/2014/main" id="{0EF220E9-53C1-9E23-0932-95E73BE286DD}"/>
              </a:ext>
            </a:extLst>
          </p:cNvPr>
          <p:cNvSpPr/>
          <p:nvPr/>
        </p:nvSpPr>
        <p:spPr>
          <a:xfrm>
            <a:off x="9458153" y="2864658"/>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41" name="CuadroTexto 40">
            <a:extLst>
              <a:ext uri="{FF2B5EF4-FFF2-40B4-BE49-F238E27FC236}">
                <a16:creationId xmlns:a16="http://schemas.microsoft.com/office/drawing/2014/main" id="{7E1A9658-8C29-4B14-4205-EC14FCA169C1}"/>
              </a:ext>
            </a:extLst>
          </p:cNvPr>
          <p:cNvSpPr txBox="1"/>
          <p:nvPr/>
        </p:nvSpPr>
        <p:spPr>
          <a:xfrm>
            <a:off x="9458150" y="2963647"/>
            <a:ext cx="2212258" cy="738664"/>
          </a:xfrm>
          <a:prstGeom prst="rect">
            <a:avLst/>
          </a:prstGeom>
          <a:noFill/>
        </p:spPr>
        <p:txBody>
          <a:bodyPr wrap="square" rtlCol="0">
            <a:spAutoFit/>
          </a:bodyPr>
          <a:lstStyle/>
          <a:p>
            <a:pPr algn="ctr"/>
            <a:r>
              <a:rPr lang="es-ES" sz="1400" dirty="0"/>
              <a:t>Definir horario de impartición y docente (</a:t>
            </a:r>
            <a:r>
              <a:rPr lang="es-ES" sz="1400" b="1" dirty="0">
                <a:solidFill>
                  <a:schemeClr val="accent5"/>
                </a:solidFill>
              </a:rPr>
              <a:t>SSASECT</a:t>
            </a:r>
            <a:r>
              <a:rPr lang="es-ES" sz="1400" dirty="0"/>
              <a:t>)</a:t>
            </a:r>
            <a:endParaRPr lang="es-PE" sz="1400" dirty="0"/>
          </a:p>
        </p:txBody>
      </p:sp>
      <p:sp>
        <p:nvSpPr>
          <p:cNvPr id="42" name="Rectángulo: esquinas redondeadas 41">
            <a:extLst>
              <a:ext uri="{FF2B5EF4-FFF2-40B4-BE49-F238E27FC236}">
                <a16:creationId xmlns:a16="http://schemas.microsoft.com/office/drawing/2014/main" id="{A3621E49-7181-6D44-7CB7-B088D989E5DB}"/>
              </a:ext>
            </a:extLst>
          </p:cNvPr>
          <p:cNvSpPr/>
          <p:nvPr/>
        </p:nvSpPr>
        <p:spPr>
          <a:xfrm>
            <a:off x="7983796" y="4708694"/>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43" name="CuadroTexto 42">
            <a:extLst>
              <a:ext uri="{FF2B5EF4-FFF2-40B4-BE49-F238E27FC236}">
                <a16:creationId xmlns:a16="http://schemas.microsoft.com/office/drawing/2014/main" id="{03D22F79-0793-A7B5-3818-A6641C1852D7}"/>
              </a:ext>
            </a:extLst>
          </p:cNvPr>
          <p:cNvSpPr txBox="1"/>
          <p:nvPr/>
        </p:nvSpPr>
        <p:spPr>
          <a:xfrm>
            <a:off x="8042787" y="4807683"/>
            <a:ext cx="2123767" cy="738664"/>
          </a:xfrm>
          <a:prstGeom prst="rect">
            <a:avLst/>
          </a:prstGeom>
          <a:noFill/>
        </p:spPr>
        <p:txBody>
          <a:bodyPr wrap="square" rtlCol="0">
            <a:spAutoFit/>
          </a:bodyPr>
          <a:lstStyle/>
          <a:p>
            <a:pPr algn="ctr"/>
            <a:r>
              <a:rPr lang="es-ES" sz="1400" dirty="0"/>
              <a:t>Definir correquisitos a nivel de la selección (</a:t>
            </a:r>
            <a:r>
              <a:rPr lang="es-ES" sz="1400" b="1" dirty="0">
                <a:solidFill>
                  <a:schemeClr val="accent5"/>
                </a:solidFill>
              </a:rPr>
              <a:t>SSADETL</a:t>
            </a:r>
            <a:r>
              <a:rPr lang="es-ES" sz="1400" dirty="0"/>
              <a:t>)</a:t>
            </a:r>
            <a:endParaRPr lang="es-PE" sz="1400" dirty="0"/>
          </a:p>
        </p:txBody>
      </p:sp>
      <p:sp>
        <p:nvSpPr>
          <p:cNvPr id="44" name="Rectángulo: esquinas redondeadas 43">
            <a:extLst>
              <a:ext uri="{FF2B5EF4-FFF2-40B4-BE49-F238E27FC236}">
                <a16:creationId xmlns:a16="http://schemas.microsoft.com/office/drawing/2014/main" id="{E6601043-44F7-376A-C35E-83DA6992BD33}"/>
              </a:ext>
            </a:extLst>
          </p:cNvPr>
          <p:cNvSpPr/>
          <p:nvPr/>
        </p:nvSpPr>
        <p:spPr>
          <a:xfrm>
            <a:off x="4989871" y="4718163"/>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45" name="CuadroTexto 44">
            <a:extLst>
              <a:ext uri="{FF2B5EF4-FFF2-40B4-BE49-F238E27FC236}">
                <a16:creationId xmlns:a16="http://schemas.microsoft.com/office/drawing/2014/main" id="{D2C55F58-4315-C978-046D-CC24EDF08C24}"/>
              </a:ext>
            </a:extLst>
          </p:cNvPr>
          <p:cNvSpPr txBox="1"/>
          <p:nvPr/>
        </p:nvSpPr>
        <p:spPr>
          <a:xfrm>
            <a:off x="5078366" y="4817152"/>
            <a:ext cx="2045103" cy="738664"/>
          </a:xfrm>
          <a:prstGeom prst="rect">
            <a:avLst/>
          </a:prstGeom>
          <a:noFill/>
        </p:spPr>
        <p:txBody>
          <a:bodyPr wrap="square" rtlCol="0">
            <a:spAutoFit/>
          </a:bodyPr>
          <a:lstStyle/>
          <a:p>
            <a:pPr algn="ctr"/>
            <a:r>
              <a:rPr lang="es-ES" sz="1400" dirty="0"/>
              <a:t>Definir prerrequisitos a nivel de sección (</a:t>
            </a:r>
            <a:r>
              <a:rPr lang="es-ES" sz="1400" b="1" dirty="0">
                <a:solidFill>
                  <a:schemeClr val="accent5"/>
                </a:solidFill>
              </a:rPr>
              <a:t>SSAPREQ</a:t>
            </a:r>
            <a:r>
              <a:rPr lang="es-ES" sz="1400" dirty="0"/>
              <a:t>)</a:t>
            </a:r>
            <a:endParaRPr lang="es-PE" sz="1400" dirty="0"/>
          </a:p>
        </p:txBody>
      </p:sp>
      <p:sp>
        <p:nvSpPr>
          <p:cNvPr id="46" name="Rectángulo: esquinas redondeadas 45">
            <a:extLst>
              <a:ext uri="{FF2B5EF4-FFF2-40B4-BE49-F238E27FC236}">
                <a16:creationId xmlns:a16="http://schemas.microsoft.com/office/drawing/2014/main" id="{14C6C3FB-550C-EE74-60BA-A72EE470EC93}"/>
              </a:ext>
            </a:extLst>
          </p:cNvPr>
          <p:cNvSpPr/>
          <p:nvPr/>
        </p:nvSpPr>
        <p:spPr>
          <a:xfrm>
            <a:off x="1995943" y="4728953"/>
            <a:ext cx="2212258" cy="934064"/>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s-PE"/>
          </a:p>
        </p:txBody>
      </p:sp>
      <p:sp>
        <p:nvSpPr>
          <p:cNvPr id="47" name="CuadroTexto 46">
            <a:extLst>
              <a:ext uri="{FF2B5EF4-FFF2-40B4-BE49-F238E27FC236}">
                <a16:creationId xmlns:a16="http://schemas.microsoft.com/office/drawing/2014/main" id="{CDB53553-FC90-4F11-B65A-0B59D6816223}"/>
              </a:ext>
            </a:extLst>
          </p:cNvPr>
          <p:cNvSpPr txBox="1"/>
          <p:nvPr/>
        </p:nvSpPr>
        <p:spPr>
          <a:xfrm>
            <a:off x="2035274" y="4827942"/>
            <a:ext cx="2123767" cy="738664"/>
          </a:xfrm>
          <a:prstGeom prst="rect">
            <a:avLst/>
          </a:prstGeom>
          <a:noFill/>
        </p:spPr>
        <p:txBody>
          <a:bodyPr wrap="square" rtlCol="0">
            <a:spAutoFit/>
          </a:bodyPr>
          <a:lstStyle/>
          <a:p>
            <a:pPr algn="ctr"/>
            <a:r>
              <a:rPr lang="es-ES" sz="1400" dirty="0"/>
              <a:t>Definir restricciones de inscripción a nivel de sección (</a:t>
            </a:r>
            <a:r>
              <a:rPr lang="es-ES" sz="1400" b="1" dirty="0">
                <a:solidFill>
                  <a:schemeClr val="accent5"/>
                </a:solidFill>
              </a:rPr>
              <a:t>SSARRES</a:t>
            </a:r>
            <a:r>
              <a:rPr lang="es-ES" sz="1400" dirty="0"/>
              <a:t>)</a:t>
            </a:r>
            <a:endParaRPr lang="es-PE" sz="1400" dirty="0"/>
          </a:p>
        </p:txBody>
      </p:sp>
      <p:sp>
        <p:nvSpPr>
          <p:cNvPr id="48" name="Elipse 47">
            <a:extLst>
              <a:ext uri="{FF2B5EF4-FFF2-40B4-BE49-F238E27FC236}">
                <a16:creationId xmlns:a16="http://schemas.microsoft.com/office/drawing/2014/main" id="{3A987457-B0D7-77C9-3C21-D40B9CC6FB57}"/>
              </a:ext>
            </a:extLst>
          </p:cNvPr>
          <p:cNvSpPr/>
          <p:nvPr/>
        </p:nvSpPr>
        <p:spPr>
          <a:xfrm>
            <a:off x="552716" y="4927692"/>
            <a:ext cx="492912" cy="523220"/>
          </a:xfrm>
          <a:prstGeom prst="ellipse">
            <a:avLst/>
          </a:prstGeom>
          <a:solidFill>
            <a:schemeClr val="accent6">
              <a:lumMod val="20000"/>
              <a:lumOff val="80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s-PE"/>
          </a:p>
        </p:txBody>
      </p:sp>
      <p:sp>
        <p:nvSpPr>
          <p:cNvPr id="49" name="CuadroTexto 48">
            <a:extLst>
              <a:ext uri="{FF2B5EF4-FFF2-40B4-BE49-F238E27FC236}">
                <a16:creationId xmlns:a16="http://schemas.microsoft.com/office/drawing/2014/main" id="{D4B6E7DB-762E-113C-3073-B187DE1E0EFD}"/>
              </a:ext>
            </a:extLst>
          </p:cNvPr>
          <p:cNvSpPr txBox="1"/>
          <p:nvPr/>
        </p:nvSpPr>
        <p:spPr>
          <a:xfrm>
            <a:off x="562946" y="5575349"/>
            <a:ext cx="484172" cy="369332"/>
          </a:xfrm>
          <a:prstGeom prst="rect">
            <a:avLst/>
          </a:prstGeom>
          <a:noFill/>
        </p:spPr>
        <p:txBody>
          <a:bodyPr wrap="none" rtlCol="0">
            <a:spAutoFit/>
          </a:bodyPr>
          <a:lstStyle/>
          <a:p>
            <a:r>
              <a:rPr lang="es-ES" dirty="0"/>
              <a:t>Fin</a:t>
            </a:r>
            <a:endParaRPr lang="es-PE" dirty="0"/>
          </a:p>
        </p:txBody>
      </p:sp>
      <p:cxnSp>
        <p:nvCxnSpPr>
          <p:cNvPr id="51" name="Conector: angular 50">
            <a:extLst>
              <a:ext uri="{FF2B5EF4-FFF2-40B4-BE49-F238E27FC236}">
                <a16:creationId xmlns:a16="http://schemas.microsoft.com/office/drawing/2014/main" id="{25688D56-FCB5-97B4-B66A-E54E8570FA1D}"/>
              </a:ext>
            </a:extLst>
          </p:cNvPr>
          <p:cNvCxnSpPr>
            <a:stCxn id="18" idx="3"/>
            <a:endCxn id="40" idx="0"/>
          </p:cNvCxnSpPr>
          <p:nvPr/>
        </p:nvCxnSpPr>
        <p:spPr>
          <a:xfrm>
            <a:off x="10196057" y="1581151"/>
            <a:ext cx="368225" cy="1283507"/>
          </a:xfrm>
          <a:prstGeom prst="bentConnector2">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53" name="Conector: angular 52">
            <a:extLst>
              <a:ext uri="{FF2B5EF4-FFF2-40B4-BE49-F238E27FC236}">
                <a16:creationId xmlns:a16="http://schemas.microsoft.com/office/drawing/2014/main" id="{2499214E-0E69-562C-6C15-81762BAC0EF1}"/>
              </a:ext>
            </a:extLst>
          </p:cNvPr>
          <p:cNvCxnSpPr>
            <a:cxnSpLocks/>
            <a:stCxn id="40" idx="2"/>
            <a:endCxn id="42" idx="3"/>
          </p:cNvCxnSpPr>
          <p:nvPr/>
        </p:nvCxnSpPr>
        <p:spPr>
          <a:xfrm rot="5400000">
            <a:off x="9691666" y="4303110"/>
            <a:ext cx="1377004" cy="368228"/>
          </a:xfrm>
          <a:prstGeom prst="bentConnector2">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56" name="Conector recto de flecha 55">
            <a:extLst>
              <a:ext uri="{FF2B5EF4-FFF2-40B4-BE49-F238E27FC236}">
                <a16:creationId xmlns:a16="http://schemas.microsoft.com/office/drawing/2014/main" id="{AC3BDC73-6872-2E01-0A42-CC3D2781F64B}"/>
              </a:ext>
            </a:extLst>
          </p:cNvPr>
          <p:cNvCxnSpPr>
            <a:cxnSpLocks/>
            <a:stCxn id="42" idx="1"/>
            <a:endCxn id="44" idx="3"/>
          </p:cNvCxnSpPr>
          <p:nvPr/>
        </p:nvCxnSpPr>
        <p:spPr>
          <a:xfrm flipH="1">
            <a:off x="7202129" y="5175726"/>
            <a:ext cx="781667" cy="9469"/>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62" name="Conector recto de flecha 61">
            <a:extLst>
              <a:ext uri="{FF2B5EF4-FFF2-40B4-BE49-F238E27FC236}">
                <a16:creationId xmlns:a16="http://schemas.microsoft.com/office/drawing/2014/main" id="{405AB92E-A5EF-1150-EEC1-63A63DBB2E95}"/>
              </a:ext>
            </a:extLst>
          </p:cNvPr>
          <p:cNvCxnSpPr>
            <a:cxnSpLocks/>
            <a:stCxn id="44" idx="1"/>
            <a:endCxn id="46" idx="3"/>
          </p:cNvCxnSpPr>
          <p:nvPr/>
        </p:nvCxnSpPr>
        <p:spPr>
          <a:xfrm flipH="1">
            <a:off x="4208201" y="5185195"/>
            <a:ext cx="781670" cy="10790"/>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cxnSp>
        <p:nvCxnSpPr>
          <p:cNvPr id="70" name="Conector recto de flecha 69">
            <a:extLst>
              <a:ext uri="{FF2B5EF4-FFF2-40B4-BE49-F238E27FC236}">
                <a16:creationId xmlns:a16="http://schemas.microsoft.com/office/drawing/2014/main" id="{FCFEF2D9-76D0-DC01-5C00-280704290EF4}"/>
              </a:ext>
            </a:extLst>
          </p:cNvPr>
          <p:cNvCxnSpPr>
            <a:stCxn id="46" idx="1"/>
            <a:endCxn id="48" idx="6"/>
          </p:cNvCxnSpPr>
          <p:nvPr/>
        </p:nvCxnSpPr>
        <p:spPr>
          <a:xfrm flipH="1" flipV="1">
            <a:off x="1045628" y="5189302"/>
            <a:ext cx="950315" cy="6683"/>
          </a:xfrm>
          <a:prstGeom prst="straightConnector1">
            <a:avLst/>
          </a:prstGeom>
          <a:ln>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188580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53" presetClass="entr" presetSubtype="16"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 calcmode="lin" valueType="num">
                                      <p:cBhvr>
                                        <p:cTn id="14" dur="500" fill="hold"/>
                                        <p:tgtEl>
                                          <p:spTgt spid="5"/>
                                        </p:tgtEl>
                                        <p:attrNameLst>
                                          <p:attrName>ppt_w</p:attrName>
                                        </p:attrNameLst>
                                      </p:cBhvr>
                                      <p:tavLst>
                                        <p:tav tm="0">
                                          <p:val>
                                            <p:fltVal val="0"/>
                                          </p:val>
                                        </p:tav>
                                        <p:tav tm="100000">
                                          <p:val>
                                            <p:strVal val="#ppt_w"/>
                                          </p:val>
                                        </p:tav>
                                      </p:tavLst>
                                    </p:anim>
                                    <p:anim calcmode="lin" valueType="num">
                                      <p:cBhvr>
                                        <p:cTn id="15" dur="500" fill="hold"/>
                                        <p:tgtEl>
                                          <p:spTgt spid="5"/>
                                        </p:tgtEl>
                                        <p:attrNameLst>
                                          <p:attrName>ppt_h</p:attrName>
                                        </p:attrNameLst>
                                      </p:cBhvr>
                                      <p:tavLst>
                                        <p:tav tm="0">
                                          <p:val>
                                            <p:fltVal val="0"/>
                                          </p:val>
                                        </p:tav>
                                        <p:tav tm="100000">
                                          <p:val>
                                            <p:strVal val="#ppt_h"/>
                                          </p:val>
                                        </p:tav>
                                      </p:tavLst>
                                    </p:anim>
                                    <p:animEffect transition="in" filter="fade">
                                      <p:cBhvr>
                                        <p:cTn id="16" dur="500"/>
                                        <p:tgtEl>
                                          <p:spTgt spid="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par>
                          <p:cTn id="20" fill="hold">
                            <p:stCondLst>
                              <p:cond delay="1000"/>
                            </p:stCondLst>
                            <p:childTnLst>
                              <p:par>
                                <p:cTn id="21" presetID="22" presetClass="entr" presetSubtype="8" fill="hold" nodeType="afterEffect">
                                  <p:stCondLst>
                                    <p:cond delay="0"/>
                                  </p:stCondLst>
                                  <p:childTnLst>
                                    <p:set>
                                      <p:cBhvr>
                                        <p:cTn id="22" dur="1" fill="hold">
                                          <p:stCondLst>
                                            <p:cond delay="0"/>
                                          </p:stCondLst>
                                        </p:cTn>
                                        <p:tgtEl>
                                          <p:spTgt spid="13"/>
                                        </p:tgtEl>
                                        <p:attrNameLst>
                                          <p:attrName>style.visibility</p:attrName>
                                        </p:attrNameLst>
                                      </p:cBhvr>
                                      <p:to>
                                        <p:strVal val="visible"/>
                                      </p:to>
                                    </p:set>
                                    <p:animEffect transition="in" filter="wipe(left)">
                                      <p:cBhvr>
                                        <p:cTn id="23" dur="500"/>
                                        <p:tgtEl>
                                          <p:spTgt spid="13"/>
                                        </p:tgtEl>
                                      </p:cBhvr>
                                    </p:animEffect>
                                  </p:childTnLst>
                                </p:cTn>
                              </p:par>
                            </p:childTnLst>
                          </p:cTn>
                        </p:par>
                        <p:par>
                          <p:cTn id="24" fill="hold">
                            <p:stCondLst>
                              <p:cond delay="1500"/>
                            </p:stCondLst>
                            <p:childTnLst>
                              <p:par>
                                <p:cTn id="25" presetID="21" presetClass="entr" presetSubtype="1"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heel(1)">
                                      <p:cBhvr>
                                        <p:cTn id="27" dur="100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par>
                          <p:cTn id="31" fill="hold">
                            <p:stCondLst>
                              <p:cond delay="2500"/>
                            </p:stCondLst>
                            <p:childTnLst>
                              <p:par>
                                <p:cTn id="32" presetID="53" presetClass="entr" presetSubtype="16" fill="hold" grpId="0" nodeType="afterEffect">
                                  <p:stCondLst>
                                    <p:cond delay="0"/>
                                  </p:stCondLst>
                                  <p:childTnLst>
                                    <p:set>
                                      <p:cBhvr>
                                        <p:cTn id="33" dur="1" fill="hold">
                                          <p:stCondLst>
                                            <p:cond delay="0"/>
                                          </p:stCondLst>
                                        </p:cTn>
                                        <p:tgtEl>
                                          <p:spTgt spid="15"/>
                                        </p:tgtEl>
                                        <p:attrNameLst>
                                          <p:attrName>style.visibility</p:attrName>
                                        </p:attrNameLst>
                                      </p:cBhvr>
                                      <p:to>
                                        <p:strVal val="visible"/>
                                      </p:to>
                                    </p:set>
                                    <p:anim calcmode="lin" valueType="num">
                                      <p:cBhvr>
                                        <p:cTn id="34" dur="500" fill="hold"/>
                                        <p:tgtEl>
                                          <p:spTgt spid="15"/>
                                        </p:tgtEl>
                                        <p:attrNameLst>
                                          <p:attrName>ppt_w</p:attrName>
                                        </p:attrNameLst>
                                      </p:cBhvr>
                                      <p:tavLst>
                                        <p:tav tm="0">
                                          <p:val>
                                            <p:fltVal val="0"/>
                                          </p:val>
                                        </p:tav>
                                        <p:tav tm="100000">
                                          <p:val>
                                            <p:strVal val="#ppt_w"/>
                                          </p:val>
                                        </p:tav>
                                      </p:tavLst>
                                    </p:anim>
                                    <p:anim calcmode="lin" valueType="num">
                                      <p:cBhvr>
                                        <p:cTn id="35" dur="500" fill="hold"/>
                                        <p:tgtEl>
                                          <p:spTgt spid="15"/>
                                        </p:tgtEl>
                                        <p:attrNameLst>
                                          <p:attrName>ppt_h</p:attrName>
                                        </p:attrNameLst>
                                      </p:cBhvr>
                                      <p:tavLst>
                                        <p:tav tm="0">
                                          <p:val>
                                            <p:fltVal val="0"/>
                                          </p:val>
                                        </p:tav>
                                        <p:tav tm="100000">
                                          <p:val>
                                            <p:strVal val="#ppt_h"/>
                                          </p:val>
                                        </p:tav>
                                      </p:tavLst>
                                    </p:anim>
                                    <p:animEffect transition="in" filter="fade">
                                      <p:cBhvr>
                                        <p:cTn id="36" dur="500"/>
                                        <p:tgtEl>
                                          <p:spTgt spid="15"/>
                                        </p:tgtEl>
                                      </p:cBhvr>
                                    </p:animEffect>
                                  </p:childTnLst>
                                </p:cTn>
                              </p:par>
                            </p:childTnLst>
                          </p:cTn>
                        </p:par>
                        <p:par>
                          <p:cTn id="37" fill="hold">
                            <p:stCondLst>
                              <p:cond delay="3000"/>
                            </p:stCondLst>
                            <p:childTnLst>
                              <p:par>
                                <p:cTn id="38" presetID="22" presetClass="entr" presetSubtype="8" fill="hold" nodeType="after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wipe(left)">
                                      <p:cBhvr>
                                        <p:cTn id="40" dur="500"/>
                                        <p:tgtEl>
                                          <p:spTgt spid="23"/>
                                        </p:tgtEl>
                                      </p:cBhvr>
                                    </p:animEffect>
                                  </p:childTnLst>
                                </p:cTn>
                              </p:par>
                            </p:childTnLst>
                          </p:cTn>
                        </p:par>
                        <p:par>
                          <p:cTn id="41" fill="hold">
                            <p:stCondLst>
                              <p:cond delay="3500"/>
                            </p:stCondLst>
                            <p:childTnLst>
                              <p:par>
                                <p:cTn id="42" presetID="21" presetClass="entr" presetSubtype="1" fill="hold" grpId="0" nodeType="after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heel(1)">
                                      <p:cBhvr>
                                        <p:cTn id="44" dur="1000"/>
                                        <p:tgtEl>
                                          <p:spTgt spid="16"/>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500"/>
                                        <p:tgtEl>
                                          <p:spTgt spid="17"/>
                                        </p:tgtEl>
                                      </p:cBhvr>
                                    </p:animEffect>
                                  </p:childTnLst>
                                </p:cTn>
                              </p:par>
                            </p:childTnLst>
                          </p:cTn>
                        </p:par>
                        <p:par>
                          <p:cTn id="48" fill="hold">
                            <p:stCondLst>
                              <p:cond delay="4500"/>
                            </p:stCondLst>
                            <p:childTnLst>
                              <p:par>
                                <p:cTn id="49" presetID="22" presetClass="entr" presetSubtype="8" fill="hold" nodeType="after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wipe(left)">
                                      <p:cBhvr>
                                        <p:cTn id="51" dur="500"/>
                                        <p:tgtEl>
                                          <p:spTgt spid="25"/>
                                        </p:tgtEl>
                                      </p:cBhvr>
                                    </p:animEffect>
                                  </p:childTnLst>
                                </p:cTn>
                              </p:par>
                            </p:childTnLst>
                          </p:cTn>
                        </p:par>
                        <p:par>
                          <p:cTn id="52" fill="hold">
                            <p:stCondLst>
                              <p:cond delay="5000"/>
                            </p:stCondLst>
                            <p:childTnLst>
                              <p:par>
                                <p:cTn id="53" presetID="21" presetClass="entr" presetSubtype="1" fill="hold" grpId="0" nodeType="after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wheel(1)">
                                      <p:cBhvr>
                                        <p:cTn id="55" dur="1000"/>
                                        <p:tgtEl>
                                          <p:spTgt spid="18"/>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fade">
                                      <p:cBhvr>
                                        <p:cTn id="58" dur="500"/>
                                        <p:tgtEl>
                                          <p:spTgt spid="19"/>
                                        </p:tgtEl>
                                      </p:cBhvr>
                                    </p:animEffect>
                                  </p:childTnLst>
                                </p:cTn>
                              </p:par>
                            </p:childTnLst>
                          </p:cTn>
                        </p:par>
                        <p:par>
                          <p:cTn id="59" fill="hold">
                            <p:stCondLst>
                              <p:cond delay="6000"/>
                            </p:stCondLst>
                            <p:childTnLst>
                              <p:par>
                                <p:cTn id="60" presetID="22" presetClass="entr" presetSubtype="1" fill="hold" nodeType="afterEffect">
                                  <p:stCondLst>
                                    <p:cond delay="0"/>
                                  </p:stCondLst>
                                  <p:childTnLst>
                                    <p:set>
                                      <p:cBhvr>
                                        <p:cTn id="61" dur="1" fill="hold">
                                          <p:stCondLst>
                                            <p:cond delay="0"/>
                                          </p:stCondLst>
                                        </p:cTn>
                                        <p:tgtEl>
                                          <p:spTgt spid="51"/>
                                        </p:tgtEl>
                                        <p:attrNameLst>
                                          <p:attrName>style.visibility</p:attrName>
                                        </p:attrNameLst>
                                      </p:cBhvr>
                                      <p:to>
                                        <p:strVal val="visible"/>
                                      </p:to>
                                    </p:set>
                                    <p:animEffect transition="in" filter="wipe(up)">
                                      <p:cBhvr>
                                        <p:cTn id="62" dur="500"/>
                                        <p:tgtEl>
                                          <p:spTgt spid="51"/>
                                        </p:tgtEl>
                                      </p:cBhvr>
                                    </p:animEffect>
                                  </p:childTnLst>
                                </p:cTn>
                              </p:par>
                            </p:childTnLst>
                          </p:cTn>
                        </p:par>
                        <p:par>
                          <p:cTn id="63" fill="hold">
                            <p:stCondLst>
                              <p:cond delay="6500"/>
                            </p:stCondLst>
                            <p:childTnLst>
                              <p:par>
                                <p:cTn id="64" presetID="21" presetClass="entr" presetSubtype="1" fill="hold" grpId="0" nodeType="afterEffect">
                                  <p:stCondLst>
                                    <p:cond delay="0"/>
                                  </p:stCondLst>
                                  <p:childTnLst>
                                    <p:set>
                                      <p:cBhvr>
                                        <p:cTn id="65" dur="1" fill="hold">
                                          <p:stCondLst>
                                            <p:cond delay="0"/>
                                          </p:stCondLst>
                                        </p:cTn>
                                        <p:tgtEl>
                                          <p:spTgt spid="40"/>
                                        </p:tgtEl>
                                        <p:attrNameLst>
                                          <p:attrName>style.visibility</p:attrName>
                                        </p:attrNameLst>
                                      </p:cBhvr>
                                      <p:to>
                                        <p:strVal val="visible"/>
                                      </p:to>
                                    </p:set>
                                    <p:animEffect transition="in" filter="wheel(1)">
                                      <p:cBhvr>
                                        <p:cTn id="66" dur="1000"/>
                                        <p:tgtEl>
                                          <p:spTgt spid="40"/>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41"/>
                                        </p:tgtEl>
                                        <p:attrNameLst>
                                          <p:attrName>style.visibility</p:attrName>
                                        </p:attrNameLst>
                                      </p:cBhvr>
                                      <p:to>
                                        <p:strVal val="visible"/>
                                      </p:to>
                                    </p:set>
                                    <p:animEffect transition="in" filter="fade">
                                      <p:cBhvr>
                                        <p:cTn id="69" dur="500"/>
                                        <p:tgtEl>
                                          <p:spTgt spid="41"/>
                                        </p:tgtEl>
                                      </p:cBhvr>
                                    </p:animEffect>
                                  </p:childTnLst>
                                </p:cTn>
                              </p:par>
                            </p:childTnLst>
                          </p:cTn>
                        </p:par>
                        <p:par>
                          <p:cTn id="70" fill="hold">
                            <p:stCondLst>
                              <p:cond delay="7500"/>
                            </p:stCondLst>
                            <p:childTnLst>
                              <p:par>
                                <p:cTn id="71" presetID="22" presetClass="entr" presetSubtype="1" fill="hold" nodeType="afterEffect">
                                  <p:stCondLst>
                                    <p:cond delay="0"/>
                                  </p:stCondLst>
                                  <p:childTnLst>
                                    <p:set>
                                      <p:cBhvr>
                                        <p:cTn id="72" dur="1" fill="hold">
                                          <p:stCondLst>
                                            <p:cond delay="0"/>
                                          </p:stCondLst>
                                        </p:cTn>
                                        <p:tgtEl>
                                          <p:spTgt spid="53"/>
                                        </p:tgtEl>
                                        <p:attrNameLst>
                                          <p:attrName>style.visibility</p:attrName>
                                        </p:attrNameLst>
                                      </p:cBhvr>
                                      <p:to>
                                        <p:strVal val="visible"/>
                                      </p:to>
                                    </p:set>
                                    <p:animEffect transition="in" filter="wipe(up)">
                                      <p:cBhvr>
                                        <p:cTn id="73" dur="500"/>
                                        <p:tgtEl>
                                          <p:spTgt spid="53"/>
                                        </p:tgtEl>
                                      </p:cBhvr>
                                    </p:animEffect>
                                  </p:childTnLst>
                                </p:cTn>
                              </p:par>
                            </p:childTnLst>
                          </p:cTn>
                        </p:par>
                        <p:par>
                          <p:cTn id="74" fill="hold">
                            <p:stCondLst>
                              <p:cond delay="8000"/>
                            </p:stCondLst>
                            <p:childTnLst>
                              <p:par>
                                <p:cTn id="75" presetID="21" presetClass="entr" presetSubtype="1" fill="hold" grpId="0" nodeType="afterEffect">
                                  <p:stCondLst>
                                    <p:cond delay="0"/>
                                  </p:stCondLst>
                                  <p:childTnLst>
                                    <p:set>
                                      <p:cBhvr>
                                        <p:cTn id="76" dur="1" fill="hold">
                                          <p:stCondLst>
                                            <p:cond delay="0"/>
                                          </p:stCondLst>
                                        </p:cTn>
                                        <p:tgtEl>
                                          <p:spTgt spid="42"/>
                                        </p:tgtEl>
                                        <p:attrNameLst>
                                          <p:attrName>style.visibility</p:attrName>
                                        </p:attrNameLst>
                                      </p:cBhvr>
                                      <p:to>
                                        <p:strVal val="visible"/>
                                      </p:to>
                                    </p:set>
                                    <p:animEffect transition="in" filter="wheel(1)">
                                      <p:cBhvr>
                                        <p:cTn id="77" dur="1000"/>
                                        <p:tgtEl>
                                          <p:spTgt spid="42"/>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43"/>
                                        </p:tgtEl>
                                        <p:attrNameLst>
                                          <p:attrName>style.visibility</p:attrName>
                                        </p:attrNameLst>
                                      </p:cBhvr>
                                      <p:to>
                                        <p:strVal val="visible"/>
                                      </p:to>
                                    </p:set>
                                    <p:animEffect transition="in" filter="fade">
                                      <p:cBhvr>
                                        <p:cTn id="80" dur="500"/>
                                        <p:tgtEl>
                                          <p:spTgt spid="43"/>
                                        </p:tgtEl>
                                      </p:cBhvr>
                                    </p:animEffect>
                                  </p:childTnLst>
                                </p:cTn>
                              </p:par>
                            </p:childTnLst>
                          </p:cTn>
                        </p:par>
                        <p:par>
                          <p:cTn id="81" fill="hold">
                            <p:stCondLst>
                              <p:cond delay="9000"/>
                            </p:stCondLst>
                            <p:childTnLst>
                              <p:par>
                                <p:cTn id="82" presetID="22" presetClass="entr" presetSubtype="2" fill="hold" nodeType="afterEffect">
                                  <p:stCondLst>
                                    <p:cond delay="0"/>
                                  </p:stCondLst>
                                  <p:childTnLst>
                                    <p:set>
                                      <p:cBhvr>
                                        <p:cTn id="83" dur="1" fill="hold">
                                          <p:stCondLst>
                                            <p:cond delay="0"/>
                                          </p:stCondLst>
                                        </p:cTn>
                                        <p:tgtEl>
                                          <p:spTgt spid="56"/>
                                        </p:tgtEl>
                                        <p:attrNameLst>
                                          <p:attrName>style.visibility</p:attrName>
                                        </p:attrNameLst>
                                      </p:cBhvr>
                                      <p:to>
                                        <p:strVal val="visible"/>
                                      </p:to>
                                    </p:set>
                                    <p:animEffect transition="in" filter="wipe(right)">
                                      <p:cBhvr>
                                        <p:cTn id="84" dur="500"/>
                                        <p:tgtEl>
                                          <p:spTgt spid="56"/>
                                        </p:tgtEl>
                                      </p:cBhvr>
                                    </p:animEffect>
                                  </p:childTnLst>
                                </p:cTn>
                              </p:par>
                            </p:childTnLst>
                          </p:cTn>
                        </p:par>
                        <p:par>
                          <p:cTn id="85" fill="hold">
                            <p:stCondLst>
                              <p:cond delay="9500"/>
                            </p:stCondLst>
                            <p:childTnLst>
                              <p:par>
                                <p:cTn id="86" presetID="21" presetClass="entr" presetSubtype="1" fill="hold" grpId="0" nodeType="afterEffect">
                                  <p:stCondLst>
                                    <p:cond delay="0"/>
                                  </p:stCondLst>
                                  <p:childTnLst>
                                    <p:set>
                                      <p:cBhvr>
                                        <p:cTn id="87" dur="1" fill="hold">
                                          <p:stCondLst>
                                            <p:cond delay="0"/>
                                          </p:stCondLst>
                                        </p:cTn>
                                        <p:tgtEl>
                                          <p:spTgt spid="44"/>
                                        </p:tgtEl>
                                        <p:attrNameLst>
                                          <p:attrName>style.visibility</p:attrName>
                                        </p:attrNameLst>
                                      </p:cBhvr>
                                      <p:to>
                                        <p:strVal val="visible"/>
                                      </p:to>
                                    </p:set>
                                    <p:animEffect transition="in" filter="wheel(1)">
                                      <p:cBhvr>
                                        <p:cTn id="88" dur="1000"/>
                                        <p:tgtEl>
                                          <p:spTgt spid="44"/>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45"/>
                                        </p:tgtEl>
                                        <p:attrNameLst>
                                          <p:attrName>style.visibility</p:attrName>
                                        </p:attrNameLst>
                                      </p:cBhvr>
                                      <p:to>
                                        <p:strVal val="visible"/>
                                      </p:to>
                                    </p:set>
                                    <p:animEffect transition="in" filter="fade">
                                      <p:cBhvr>
                                        <p:cTn id="91" dur="500"/>
                                        <p:tgtEl>
                                          <p:spTgt spid="45"/>
                                        </p:tgtEl>
                                      </p:cBhvr>
                                    </p:animEffect>
                                  </p:childTnLst>
                                </p:cTn>
                              </p:par>
                            </p:childTnLst>
                          </p:cTn>
                        </p:par>
                        <p:par>
                          <p:cTn id="92" fill="hold">
                            <p:stCondLst>
                              <p:cond delay="10500"/>
                            </p:stCondLst>
                            <p:childTnLst>
                              <p:par>
                                <p:cTn id="93" presetID="22" presetClass="entr" presetSubtype="2" fill="hold" nodeType="afterEffect">
                                  <p:stCondLst>
                                    <p:cond delay="0"/>
                                  </p:stCondLst>
                                  <p:childTnLst>
                                    <p:set>
                                      <p:cBhvr>
                                        <p:cTn id="94" dur="1" fill="hold">
                                          <p:stCondLst>
                                            <p:cond delay="0"/>
                                          </p:stCondLst>
                                        </p:cTn>
                                        <p:tgtEl>
                                          <p:spTgt spid="62"/>
                                        </p:tgtEl>
                                        <p:attrNameLst>
                                          <p:attrName>style.visibility</p:attrName>
                                        </p:attrNameLst>
                                      </p:cBhvr>
                                      <p:to>
                                        <p:strVal val="visible"/>
                                      </p:to>
                                    </p:set>
                                    <p:animEffect transition="in" filter="wipe(right)">
                                      <p:cBhvr>
                                        <p:cTn id="95" dur="500"/>
                                        <p:tgtEl>
                                          <p:spTgt spid="62"/>
                                        </p:tgtEl>
                                      </p:cBhvr>
                                    </p:animEffect>
                                  </p:childTnLst>
                                </p:cTn>
                              </p:par>
                            </p:childTnLst>
                          </p:cTn>
                        </p:par>
                        <p:par>
                          <p:cTn id="96" fill="hold">
                            <p:stCondLst>
                              <p:cond delay="11000"/>
                            </p:stCondLst>
                            <p:childTnLst>
                              <p:par>
                                <p:cTn id="97" presetID="21" presetClass="entr" presetSubtype="1" fill="hold" grpId="0" nodeType="afterEffect">
                                  <p:stCondLst>
                                    <p:cond delay="0"/>
                                  </p:stCondLst>
                                  <p:childTnLst>
                                    <p:set>
                                      <p:cBhvr>
                                        <p:cTn id="98" dur="1" fill="hold">
                                          <p:stCondLst>
                                            <p:cond delay="0"/>
                                          </p:stCondLst>
                                        </p:cTn>
                                        <p:tgtEl>
                                          <p:spTgt spid="46"/>
                                        </p:tgtEl>
                                        <p:attrNameLst>
                                          <p:attrName>style.visibility</p:attrName>
                                        </p:attrNameLst>
                                      </p:cBhvr>
                                      <p:to>
                                        <p:strVal val="visible"/>
                                      </p:to>
                                    </p:set>
                                    <p:animEffect transition="in" filter="wheel(1)">
                                      <p:cBhvr>
                                        <p:cTn id="99" dur="1000"/>
                                        <p:tgtEl>
                                          <p:spTgt spid="46"/>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47"/>
                                        </p:tgtEl>
                                        <p:attrNameLst>
                                          <p:attrName>style.visibility</p:attrName>
                                        </p:attrNameLst>
                                      </p:cBhvr>
                                      <p:to>
                                        <p:strVal val="visible"/>
                                      </p:to>
                                    </p:set>
                                    <p:animEffect transition="in" filter="fade">
                                      <p:cBhvr>
                                        <p:cTn id="102" dur="500"/>
                                        <p:tgtEl>
                                          <p:spTgt spid="47"/>
                                        </p:tgtEl>
                                      </p:cBhvr>
                                    </p:animEffect>
                                  </p:childTnLst>
                                </p:cTn>
                              </p:par>
                            </p:childTnLst>
                          </p:cTn>
                        </p:par>
                        <p:par>
                          <p:cTn id="103" fill="hold">
                            <p:stCondLst>
                              <p:cond delay="12000"/>
                            </p:stCondLst>
                            <p:childTnLst>
                              <p:par>
                                <p:cTn id="104" presetID="22" presetClass="entr" presetSubtype="2" fill="hold" nodeType="afterEffect">
                                  <p:stCondLst>
                                    <p:cond delay="0"/>
                                  </p:stCondLst>
                                  <p:childTnLst>
                                    <p:set>
                                      <p:cBhvr>
                                        <p:cTn id="105" dur="1" fill="hold">
                                          <p:stCondLst>
                                            <p:cond delay="0"/>
                                          </p:stCondLst>
                                        </p:cTn>
                                        <p:tgtEl>
                                          <p:spTgt spid="70"/>
                                        </p:tgtEl>
                                        <p:attrNameLst>
                                          <p:attrName>style.visibility</p:attrName>
                                        </p:attrNameLst>
                                      </p:cBhvr>
                                      <p:to>
                                        <p:strVal val="visible"/>
                                      </p:to>
                                    </p:set>
                                    <p:animEffect transition="in" filter="wipe(right)">
                                      <p:cBhvr>
                                        <p:cTn id="106" dur="500"/>
                                        <p:tgtEl>
                                          <p:spTgt spid="70"/>
                                        </p:tgtEl>
                                      </p:cBhvr>
                                    </p:animEffect>
                                  </p:childTnLst>
                                </p:cTn>
                              </p:par>
                            </p:childTnLst>
                          </p:cTn>
                        </p:par>
                        <p:par>
                          <p:cTn id="107" fill="hold">
                            <p:stCondLst>
                              <p:cond delay="12500"/>
                            </p:stCondLst>
                            <p:childTnLst>
                              <p:par>
                                <p:cTn id="108" presetID="53" presetClass="entr" presetSubtype="16" fill="hold" grpId="0" nodeType="afterEffect">
                                  <p:stCondLst>
                                    <p:cond delay="0"/>
                                  </p:stCondLst>
                                  <p:childTnLst>
                                    <p:set>
                                      <p:cBhvr>
                                        <p:cTn id="109" dur="1" fill="hold">
                                          <p:stCondLst>
                                            <p:cond delay="0"/>
                                          </p:stCondLst>
                                        </p:cTn>
                                        <p:tgtEl>
                                          <p:spTgt spid="48"/>
                                        </p:tgtEl>
                                        <p:attrNameLst>
                                          <p:attrName>style.visibility</p:attrName>
                                        </p:attrNameLst>
                                      </p:cBhvr>
                                      <p:to>
                                        <p:strVal val="visible"/>
                                      </p:to>
                                    </p:set>
                                    <p:anim calcmode="lin" valueType="num">
                                      <p:cBhvr>
                                        <p:cTn id="110" dur="500" fill="hold"/>
                                        <p:tgtEl>
                                          <p:spTgt spid="48"/>
                                        </p:tgtEl>
                                        <p:attrNameLst>
                                          <p:attrName>ppt_w</p:attrName>
                                        </p:attrNameLst>
                                      </p:cBhvr>
                                      <p:tavLst>
                                        <p:tav tm="0">
                                          <p:val>
                                            <p:fltVal val="0"/>
                                          </p:val>
                                        </p:tav>
                                        <p:tav tm="100000">
                                          <p:val>
                                            <p:strVal val="#ppt_w"/>
                                          </p:val>
                                        </p:tav>
                                      </p:tavLst>
                                    </p:anim>
                                    <p:anim calcmode="lin" valueType="num">
                                      <p:cBhvr>
                                        <p:cTn id="111" dur="500" fill="hold"/>
                                        <p:tgtEl>
                                          <p:spTgt spid="48"/>
                                        </p:tgtEl>
                                        <p:attrNameLst>
                                          <p:attrName>ppt_h</p:attrName>
                                        </p:attrNameLst>
                                      </p:cBhvr>
                                      <p:tavLst>
                                        <p:tav tm="0">
                                          <p:val>
                                            <p:fltVal val="0"/>
                                          </p:val>
                                        </p:tav>
                                        <p:tav tm="100000">
                                          <p:val>
                                            <p:strVal val="#ppt_h"/>
                                          </p:val>
                                        </p:tav>
                                      </p:tavLst>
                                    </p:anim>
                                    <p:animEffect transition="in" filter="fade">
                                      <p:cBhvr>
                                        <p:cTn id="112" dur="500"/>
                                        <p:tgtEl>
                                          <p:spTgt spid="48"/>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9"/>
                                        </p:tgtEl>
                                        <p:attrNameLst>
                                          <p:attrName>style.visibility</p:attrName>
                                        </p:attrNameLst>
                                      </p:cBhvr>
                                      <p:to>
                                        <p:strVal val="visible"/>
                                      </p:to>
                                    </p:set>
                                    <p:animEffect transition="in" filter="fade">
                                      <p:cBhvr>
                                        <p:cTn id="115" dur="500"/>
                                        <p:tgtEl>
                                          <p:spTgt spid="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5" grpId="0" animBg="1"/>
      <p:bldP spid="10" grpId="0"/>
      <p:bldP spid="11" grpId="0" animBg="1"/>
      <p:bldP spid="14" grpId="0"/>
      <p:bldP spid="15" grpId="0"/>
      <p:bldP spid="16" grpId="0" animBg="1"/>
      <p:bldP spid="18" grpId="0" animBg="1"/>
      <p:bldP spid="19" grpId="0"/>
      <p:bldP spid="17" grpId="0"/>
      <p:bldP spid="40" grpId="0" animBg="1"/>
      <p:bldP spid="41" grpId="0"/>
      <p:bldP spid="42" grpId="0" animBg="1"/>
      <p:bldP spid="43" grpId="0"/>
      <p:bldP spid="44" grpId="0" animBg="1"/>
      <p:bldP spid="45" grpId="0"/>
      <p:bldP spid="46" grpId="0" animBg="1"/>
      <p:bldP spid="47" grpId="0"/>
      <p:bldP spid="48" grpId="0" animBg="1"/>
      <p:bldP spid="49"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5C2193"/>
        </a:solidFill>
        <a:effectLst/>
      </p:bgPr>
    </p:bg>
    <p:spTree>
      <p:nvGrpSpPr>
        <p:cNvPr id="1" name=""/>
        <p:cNvGrpSpPr/>
        <p:nvPr/>
      </p:nvGrpSpPr>
      <p:grpSpPr>
        <a:xfrm>
          <a:off x="0" y="0"/>
          <a:ext cx="0" cy="0"/>
          <a:chOff x="0" y="0"/>
          <a:chExt cx="0" cy="0"/>
        </a:xfrm>
      </p:grpSpPr>
      <p:pic>
        <p:nvPicPr>
          <p:cNvPr id="2" name="Imagen 1" descr="Patrón de fondo&#10;&#10;El contenido generado por IA puede ser incorrecto.">
            <a:extLst>
              <a:ext uri="{FF2B5EF4-FFF2-40B4-BE49-F238E27FC236}">
                <a16:creationId xmlns:a16="http://schemas.microsoft.com/office/drawing/2014/main" id="{C70BD109-175A-E007-EBEF-35BEAC7E65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pic>
        <p:nvPicPr>
          <p:cNvPr id="1028" name="Picture 4" descr="Ellucian Student Reseñas 2026: Detalles, Precios y Características | G2">
            <a:extLst>
              <a:ext uri="{FF2B5EF4-FFF2-40B4-BE49-F238E27FC236}">
                <a16:creationId xmlns:a16="http://schemas.microsoft.com/office/drawing/2014/main" id="{3EBF1EA5-190E-0F8F-B4F4-56B5380AED44}"/>
              </a:ext>
            </a:extLst>
          </p:cNvPr>
          <p:cNvPicPr>
            <a:picLocks noChangeAspect="1" noChangeArrowheads="1"/>
          </p:cNvPicPr>
          <p:nvPr/>
        </p:nvPicPr>
        <p:blipFill>
          <a:blip r:embed="rId3">
            <a:biLevel thresh="25000"/>
            <a:extLst>
              <a:ext uri="{BEBA8EAE-BF5A-486C-A8C5-ECC9F3942E4B}">
                <a14:imgProps xmlns:a14="http://schemas.microsoft.com/office/drawing/2010/main">
                  <a14:imgLayer r:embed="rId4">
                    <a14:imgEffect>
                      <a14:saturation sat="0"/>
                    </a14:imgEffect>
                  </a14:imgLayer>
                </a14:imgProps>
              </a:ext>
              <a:ext uri="{28A0092B-C50C-407E-A947-70E740481C1C}">
                <a14:useLocalDpi xmlns:a14="http://schemas.microsoft.com/office/drawing/2010/main" val="0"/>
              </a:ext>
            </a:extLst>
          </a:blip>
          <a:srcRect/>
          <a:stretch>
            <a:fillRect/>
          </a:stretch>
        </p:blipFill>
        <p:spPr bwMode="auto">
          <a:xfrm>
            <a:off x="8405244" y="5091953"/>
            <a:ext cx="3363899" cy="1766047"/>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F3B12AA1-09DB-029E-CEFB-090B28455E75}"/>
              </a:ext>
            </a:extLst>
          </p:cNvPr>
          <p:cNvPicPr>
            <a:picLocks noChangeAspect="1"/>
          </p:cNvPicPr>
          <p:nvPr/>
        </p:nvPicPr>
        <p:blipFill>
          <a:blip r:embed="rId5">
            <a:lum bright="70000" contrast="-70000"/>
            <a:extLst>
              <a:ext uri="{28A0092B-C50C-407E-A947-70E740481C1C}">
                <a14:useLocalDpi xmlns:a14="http://schemas.microsoft.com/office/drawing/2010/main" val="0"/>
              </a:ext>
            </a:extLst>
          </a:blip>
          <a:stretch>
            <a:fillRect/>
          </a:stretch>
        </p:blipFill>
        <p:spPr>
          <a:xfrm>
            <a:off x="596901" y="418320"/>
            <a:ext cx="3688228" cy="868180"/>
          </a:xfrm>
          <a:prstGeom prst="rect">
            <a:avLst/>
          </a:prstGeom>
        </p:spPr>
      </p:pic>
      <p:sp>
        <p:nvSpPr>
          <p:cNvPr id="17" name="CuadroTexto 16">
            <a:extLst>
              <a:ext uri="{FF2B5EF4-FFF2-40B4-BE49-F238E27FC236}">
                <a16:creationId xmlns:a16="http://schemas.microsoft.com/office/drawing/2014/main" id="{D0BC250B-0A63-B351-C809-BDD7940DFA1A}"/>
              </a:ext>
            </a:extLst>
          </p:cNvPr>
          <p:cNvSpPr txBox="1"/>
          <p:nvPr/>
        </p:nvSpPr>
        <p:spPr>
          <a:xfrm>
            <a:off x="1000664" y="1907042"/>
            <a:ext cx="10196423" cy="1754326"/>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ES"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rPr>
              <a:t>PROGRAMACIÓN DE UNA ASIGNATURA (NRC)</a:t>
            </a:r>
            <a:endParaRPr kumimoji="0" lang="es-PE" sz="5400" b="1" i="0" u="none" strike="noStrike" kern="1200" cap="none" spc="0" normalizeH="0" baseline="0" noProof="0" dirty="0">
              <a:ln>
                <a:noFill/>
              </a:ln>
              <a:solidFill>
                <a:srgbClr val="196B24">
                  <a:lumMod val="60000"/>
                  <a:lumOff val="40000"/>
                </a:srgbClr>
              </a:solidFill>
              <a:effectLst/>
              <a:uLnTx/>
              <a:uFillTx/>
              <a:latin typeface="Montserrat" pitchFamily="2" charset="0"/>
              <a:ea typeface="+mn-ea"/>
              <a:cs typeface="+mn-cs"/>
            </a:endParaRPr>
          </a:p>
        </p:txBody>
      </p:sp>
      <p:sp>
        <p:nvSpPr>
          <p:cNvPr id="3" name="CuadroTexto 2">
            <a:extLst>
              <a:ext uri="{FF2B5EF4-FFF2-40B4-BE49-F238E27FC236}">
                <a16:creationId xmlns:a16="http://schemas.microsoft.com/office/drawing/2014/main" id="{3EEB4538-9A01-61FC-2736-55C412E04D72}"/>
              </a:ext>
            </a:extLst>
          </p:cNvPr>
          <p:cNvSpPr txBox="1"/>
          <p:nvPr/>
        </p:nvSpPr>
        <p:spPr>
          <a:xfrm>
            <a:off x="596901" y="6322596"/>
            <a:ext cx="3134128" cy="27699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200" b="0" i="1" u="none" strike="noStrike" kern="1200" cap="none" spc="0" normalizeH="0" baseline="0" noProof="0" dirty="0">
                <a:ln>
                  <a:noFill/>
                </a:ln>
                <a:solidFill>
                  <a:prstClr val="white"/>
                </a:solidFill>
                <a:effectLst/>
                <a:uLnTx/>
                <a:uFillTx/>
                <a:latin typeface="Aptos" panose="02110004020202020204"/>
                <a:ea typeface="+mn-ea"/>
                <a:cs typeface="+mn-cs"/>
              </a:rPr>
              <a:t>Elaborado por: Ing. Liliana Ocampo Moreno</a:t>
            </a:r>
            <a:endParaRPr kumimoji="0" lang="es-PE" sz="1200" b="0" i="1" u="none" strike="noStrike" kern="1200" cap="none" spc="0" normalizeH="0" baseline="0" noProof="0" dirty="0">
              <a:ln>
                <a:noFill/>
              </a:ln>
              <a:solidFill>
                <a:prstClr val="white"/>
              </a:solidFill>
              <a:effectLst/>
              <a:uLnTx/>
              <a:uFillTx/>
              <a:latin typeface="Aptos" panose="02110004020202020204"/>
              <a:ea typeface="+mn-ea"/>
              <a:cs typeface="+mn-cs"/>
            </a:endParaRPr>
          </a:p>
        </p:txBody>
      </p:sp>
      <p:sp>
        <p:nvSpPr>
          <p:cNvPr id="4" name="CuadroTexto 3">
            <a:extLst>
              <a:ext uri="{FF2B5EF4-FFF2-40B4-BE49-F238E27FC236}">
                <a16:creationId xmlns:a16="http://schemas.microsoft.com/office/drawing/2014/main" id="{E1A462EC-C6BC-083C-4144-168320176BC0}"/>
              </a:ext>
            </a:extLst>
          </p:cNvPr>
          <p:cNvSpPr txBox="1"/>
          <p:nvPr/>
        </p:nvSpPr>
        <p:spPr>
          <a:xfrm>
            <a:off x="1198406" y="4023437"/>
            <a:ext cx="1019642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ES" sz="1600" b="0" i="0" u="none" strike="noStrike" kern="1200" cap="none" spc="0" normalizeH="0" baseline="0" noProof="0" dirty="0">
                <a:ln>
                  <a:noFill/>
                </a:ln>
                <a:solidFill>
                  <a:prstClr val="white"/>
                </a:solidFill>
                <a:effectLst/>
                <a:uLnTx/>
                <a:uFillTx/>
                <a:latin typeface="Aptos" panose="02110004020202020204"/>
                <a:ea typeface="+mn-ea"/>
                <a:cs typeface="+mn-cs"/>
              </a:rPr>
              <a:t>Permite crear las secciones, configuración de cupos, horario, asignación de docente por periodo académico.</a:t>
            </a:r>
            <a:endParaRPr kumimoji="0" lang="es-PE" sz="1600" b="0" i="0" u="none" strike="noStrike" kern="1200" cap="none" spc="0" normalizeH="0" baseline="0" noProof="0" dirty="0">
              <a:ln>
                <a:noFill/>
              </a:ln>
              <a:solidFill>
                <a:prstClr val="white"/>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241782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4439036" cy="523220"/>
          </a:xfrm>
          <a:prstGeom prst="rect">
            <a:avLst/>
          </a:prstGeom>
          <a:noFill/>
        </p:spPr>
        <p:txBody>
          <a:bodyPr wrap="none" rtlCol="0">
            <a:spAutoFit/>
          </a:bodyPr>
          <a:lstStyle/>
          <a:p>
            <a:r>
              <a:rPr lang="es-ES" sz="2800" b="1" dirty="0">
                <a:latin typeface="Montserrat" pitchFamily="2" charset="0"/>
              </a:rPr>
              <a:t>CREAR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4870357" y="241540"/>
            <a:ext cx="7321642"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5" name="Imagen 4">
            <a:extLst>
              <a:ext uri="{FF2B5EF4-FFF2-40B4-BE49-F238E27FC236}">
                <a16:creationId xmlns:a16="http://schemas.microsoft.com/office/drawing/2014/main" id="{AE87DF31-065F-D0F5-5915-8145ED564C11}"/>
              </a:ext>
            </a:extLst>
          </p:cNvPr>
          <p:cNvPicPr>
            <a:picLocks noChangeAspect="1"/>
          </p:cNvPicPr>
          <p:nvPr/>
        </p:nvPicPr>
        <p:blipFill>
          <a:blip r:embed="rId4"/>
          <a:stretch>
            <a:fillRect/>
          </a:stretch>
        </p:blipFill>
        <p:spPr>
          <a:xfrm>
            <a:off x="420559" y="1012723"/>
            <a:ext cx="11483600" cy="4889057"/>
          </a:xfrm>
          <a:prstGeom prst="rect">
            <a:avLst/>
          </a:prstGeom>
        </p:spPr>
      </p:pic>
      <p:sp>
        <p:nvSpPr>
          <p:cNvPr id="10" name="Rectángulo 9">
            <a:extLst>
              <a:ext uri="{FF2B5EF4-FFF2-40B4-BE49-F238E27FC236}">
                <a16:creationId xmlns:a16="http://schemas.microsoft.com/office/drawing/2014/main" id="{929677B7-2674-F9F9-C0C7-36D7A3E175F3}"/>
              </a:ext>
            </a:extLst>
          </p:cNvPr>
          <p:cNvSpPr/>
          <p:nvPr/>
        </p:nvSpPr>
        <p:spPr>
          <a:xfrm>
            <a:off x="1358616" y="1360564"/>
            <a:ext cx="1414081" cy="24394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6087F9DE-5056-600E-EAE4-6FD29F2821B5}"/>
              </a:ext>
            </a:extLst>
          </p:cNvPr>
          <p:cNvSpPr/>
          <p:nvPr/>
        </p:nvSpPr>
        <p:spPr>
          <a:xfrm>
            <a:off x="2888368" y="135275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F1ED3B9A-A515-FD76-37E3-C78616EC6A6B}"/>
              </a:ext>
            </a:extLst>
          </p:cNvPr>
          <p:cNvSpPr txBox="1"/>
          <p:nvPr/>
        </p:nvSpPr>
        <p:spPr>
          <a:xfrm>
            <a:off x="3219699" y="1224790"/>
            <a:ext cx="2217540"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Ingresar </a:t>
            </a:r>
            <a:r>
              <a:rPr lang="es-ES" sz="1100" b="1" dirty="0">
                <a:solidFill>
                  <a:srgbClr val="92D050"/>
                </a:solidFill>
              </a:rPr>
              <a:t>Periodo</a:t>
            </a:r>
            <a:r>
              <a:rPr lang="es-ES" sz="1100" dirty="0">
                <a:solidFill>
                  <a:srgbClr val="FFFFFF"/>
                </a:solidFill>
              </a:rPr>
              <a:t>.</a:t>
            </a:r>
          </a:p>
          <a:p>
            <a:pPr algn="ctr"/>
            <a:r>
              <a:rPr lang="es-ES" sz="1100" dirty="0">
                <a:solidFill>
                  <a:srgbClr val="FFFFFF"/>
                </a:solidFill>
              </a:rPr>
              <a:t>(Requerido)</a:t>
            </a:r>
            <a:endParaRPr lang="es-ES" b="0" dirty="0">
              <a:effectLst/>
            </a:endParaRPr>
          </a:p>
        </p:txBody>
      </p:sp>
      <p:sp>
        <p:nvSpPr>
          <p:cNvPr id="13" name="Rectángulo 12">
            <a:extLst>
              <a:ext uri="{FF2B5EF4-FFF2-40B4-BE49-F238E27FC236}">
                <a16:creationId xmlns:a16="http://schemas.microsoft.com/office/drawing/2014/main" id="{A176E24E-7A7C-E03F-B78E-8447E72A127F}"/>
              </a:ext>
            </a:extLst>
          </p:cNvPr>
          <p:cNvSpPr/>
          <p:nvPr/>
        </p:nvSpPr>
        <p:spPr>
          <a:xfrm>
            <a:off x="1107896" y="2061659"/>
            <a:ext cx="1414081" cy="243949"/>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D467E115-6914-0C7A-B8CB-D8B2F1BBF962}"/>
              </a:ext>
            </a:extLst>
          </p:cNvPr>
          <p:cNvSpPr/>
          <p:nvPr/>
        </p:nvSpPr>
        <p:spPr>
          <a:xfrm>
            <a:off x="1663927" y="2383761"/>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5" name="CuadroTexto 14">
            <a:extLst>
              <a:ext uri="{FF2B5EF4-FFF2-40B4-BE49-F238E27FC236}">
                <a16:creationId xmlns:a16="http://schemas.microsoft.com/office/drawing/2014/main" id="{3CDA703C-6FF4-EFB0-8547-F1F9E226D701}"/>
              </a:ext>
            </a:extLst>
          </p:cNvPr>
          <p:cNvSpPr txBox="1"/>
          <p:nvPr/>
        </p:nvSpPr>
        <p:spPr>
          <a:xfrm>
            <a:off x="770817" y="2731265"/>
            <a:ext cx="2217540" cy="799207"/>
          </a:xfrm>
          <a:prstGeom prst="roundRect">
            <a:avLst>
              <a:gd name="adj" fmla="val 7573"/>
            </a:avLst>
          </a:prstGeom>
          <a:solidFill>
            <a:srgbClr val="7030A0"/>
          </a:solidFill>
        </p:spPr>
        <p:txBody>
          <a:bodyPr wrap="square">
            <a:spAutoFit/>
          </a:bodyPr>
          <a:lstStyle/>
          <a:p>
            <a:pPr algn="ctr"/>
            <a:r>
              <a:rPr lang="es-ES" sz="1100" dirty="0">
                <a:solidFill>
                  <a:srgbClr val="FFFFFF"/>
                </a:solidFill>
              </a:rPr>
              <a:t>Para </a:t>
            </a:r>
            <a:r>
              <a:rPr lang="es-ES" sz="1100" b="1" dirty="0">
                <a:solidFill>
                  <a:srgbClr val="FFFFFF"/>
                </a:solidFill>
              </a:rPr>
              <a:t>crear un nuevo NRC </a:t>
            </a:r>
            <a:r>
              <a:rPr lang="es-ES" sz="1100" dirty="0">
                <a:solidFill>
                  <a:srgbClr val="FFFFFF"/>
                </a:solidFill>
              </a:rPr>
              <a:t>en la programación académica, se </a:t>
            </a:r>
            <a:r>
              <a:rPr lang="es-ES" sz="1100" b="1" dirty="0">
                <a:solidFill>
                  <a:srgbClr val="FFFFFF"/>
                </a:solidFill>
              </a:rPr>
              <a:t>deja en blanco la casilla NRC</a:t>
            </a:r>
            <a:r>
              <a:rPr lang="es-ES" sz="1100" dirty="0">
                <a:solidFill>
                  <a:srgbClr val="FFFFFF"/>
                </a:solidFill>
              </a:rPr>
              <a:t> y se presiona el botón </a:t>
            </a:r>
            <a:r>
              <a:rPr lang="es-ES" sz="1100" b="1" dirty="0">
                <a:solidFill>
                  <a:srgbClr val="92D050"/>
                </a:solidFill>
              </a:rPr>
              <a:t>Crear NRC</a:t>
            </a:r>
            <a:r>
              <a:rPr lang="es-ES" sz="1100" dirty="0">
                <a:solidFill>
                  <a:srgbClr val="FFFFFF"/>
                </a:solidFill>
              </a:rPr>
              <a:t>.</a:t>
            </a:r>
            <a:endParaRPr lang="es-ES" b="0" dirty="0">
              <a:effectLst/>
            </a:endParaRPr>
          </a:p>
        </p:txBody>
      </p:sp>
    </p:spTree>
    <p:extLst>
      <p:ext uri="{BB962C8B-B14F-4D97-AF65-F5344CB8AC3E}">
        <p14:creationId xmlns:p14="http://schemas.microsoft.com/office/powerpoint/2010/main" val="26654334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dissolve">
                                      <p:cBhvr>
                                        <p:cTn id="14" dur="500"/>
                                        <p:tgtEl>
                                          <p:spTgt spid="5"/>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heel(1)">
                                      <p:cBhvr>
                                        <p:cTn id="18" dur="2000"/>
                                        <p:tgtEl>
                                          <p:spTgt spid="10"/>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heel(1)">
                                      <p:cBhvr>
                                        <p:cTn id="32" dur="2000"/>
                                        <p:tgtEl>
                                          <p:spTgt spid="13"/>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animBg="1"/>
      <p:bldP spid="11" grpId="0" animBg="1"/>
      <p:bldP spid="12" grpId="0" animBg="1"/>
      <p:bldP spid="13" grpId="0" animBg="1"/>
      <p:bldP spid="14" grpId="0" animBg="1"/>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Imagen 17">
            <a:extLst>
              <a:ext uri="{FF2B5EF4-FFF2-40B4-BE49-F238E27FC236}">
                <a16:creationId xmlns:a16="http://schemas.microsoft.com/office/drawing/2014/main" id="{15628484-4023-B4BF-CB84-E0FE676D0C31}"/>
              </a:ext>
            </a:extLst>
          </p:cNvPr>
          <p:cNvPicPr>
            <a:picLocks noChangeAspect="1"/>
          </p:cNvPicPr>
          <p:nvPr/>
        </p:nvPicPr>
        <p:blipFill>
          <a:blip r:embed="rId2"/>
          <a:srcRect t="540"/>
          <a:stretch/>
        </p:blipFill>
        <p:spPr>
          <a:xfrm>
            <a:off x="370610" y="1012723"/>
            <a:ext cx="11517728" cy="4889058"/>
          </a:xfrm>
          <a:prstGeom prst="rect">
            <a:avLst/>
          </a:prstGeom>
        </p:spPr>
      </p:pic>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7827784" cy="523220"/>
          </a:xfrm>
          <a:prstGeom prst="rect">
            <a:avLst/>
          </a:prstGeom>
          <a:noFill/>
        </p:spPr>
        <p:txBody>
          <a:bodyPr wrap="none" rtlCol="0">
            <a:spAutoFit/>
          </a:bodyPr>
          <a:lstStyle/>
          <a:p>
            <a:r>
              <a:rPr lang="es-ES" sz="2800" b="1" dirty="0">
                <a:latin typeface="Montserrat" pitchFamily="2" charset="0"/>
              </a:rPr>
              <a:t>CONSULTAR/MODIFICAR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8347587" y="241540"/>
            <a:ext cx="3844411"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sp>
        <p:nvSpPr>
          <p:cNvPr id="10" name="Rectángulo 9">
            <a:extLst>
              <a:ext uri="{FF2B5EF4-FFF2-40B4-BE49-F238E27FC236}">
                <a16:creationId xmlns:a16="http://schemas.microsoft.com/office/drawing/2014/main" id="{929677B7-2674-F9F9-C0C7-36D7A3E175F3}"/>
              </a:ext>
            </a:extLst>
          </p:cNvPr>
          <p:cNvSpPr/>
          <p:nvPr/>
        </p:nvSpPr>
        <p:spPr>
          <a:xfrm>
            <a:off x="1317524" y="1360564"/>
            <a:ext cx="1455174" cy="224287"/>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1" name="Rectángulo: esquinas redondeadas 10">
            <a:extLst>
              <a:ext uri="{FF2B5EF4-FFF2-40B4-BE49-F238E27FC236}">
                <a16:creationId xmlns:a16="http://schemas.microsoft.com/office/drawing/2014/main" id="{6087F9DE-5056-600E-EAE4-6FD29F2821B5}"/>
              </a:ext>
            </a:extLst>
          </p:cNvPr>
          <p:cNvSpPr/>
          <p:nvPr/>
        </p:nvSpPr>
        <p:spPr>
          <a:xfrm>
            <a:off x="2888368" y="1352757"/>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1</a:t>
            </a:r>
            <a:endParaRPr lang="es-PE" sz="1100" b="1" dirty="0"/>
          </a:p>
        </p:txBody>
      </p:sp>
      <p:sp>
        <p:nvSpPr>
          <p:cNvPr id="12" name="CuadroTexto 11">
            <a:extLst>
              <a:ext uri="{FF2B5EF4-FFF2-40B4-BE49-F238E27FC236}">
                <a16:creationId xmlns:a16="http://schemas.microsoft.com/office/drawing/2014/main" id="{F1ED3B9A-A515-FD76-37E3-C78616EC6A6B}"/>
              </a:ext>
            </a:extLst>
          </p:cNvPr>
          <p:cNvSpPr txBox="1"/>
          <p:nvPr/>
        </p:nvSpPr>
        <p:spPr>
          <a:xfrm>
            <a:off x="3219699" y="1224790"/>
            <a:ext cx="2217540" cy="447556"/>
          </a:xfrm>
          <a:prstGeom prst="roundRect">
            <a:avLst>
              <a:gd name="adj" fmla="val 7573"/>
            </a:avLst>
          </a:prstGeom>
          <a:solidFill>
            <a:srgbClr val="7030A0"/>
          </a:solidFill>
        </p:spPr>
        <p:txBody>
          <a:bodyPr wrap="square">
            <a:spAutoFit/>
          </a:bodyPr>
          <a:lstStyle/>
          <a:p>
            <a:pPr algn="ctr"/>
            <a:r>
              <a:rPr lang="es-ES" sz="1100" dirty="0">
                <a:solidFill>
                  <a:srgbClr val="FFFFFF"/>
                </a:solidFill>
              </a:rPr>
              <a:t>Ingresar </a:t>
            </a:r>
            <a:r>
              <a:rPr lang="es-ES" sz="1100" b="1" dirty="0">
                <a:solidFill>
                  <a:srgbClr val="92D050"/>
                </a:solidFill>
              </a:rPr>
              <a:t>Periodo</a:t>
            </a:r>
            <a:r>
              <a:rPr lang="es-ES" sz="1100" dirty="0">
                <a:solidFill>
                  <a:srgbClr val="FFFFFF"/>
                </a:solidFill>
              </a:rPr>
              <a:t>.</a:t>
            </a:r>
          </a:p>
          <a:p>
            <a:pPr algn="ctr"/>
            <a:r>
              <a:rPr lang="es-ES" sz="1100" dirty="0">
                <a:solidFill>
                  <a:srgbClr val="FFFFFF"/>
                </a:solidFill>
              </a:rPr>
              <a:t>(Requerido)</a:t>
            </a:r>
            <a:endParaRPr lang="es-ES" b="0" dirty="0">
              <a:effectLst/>
            </a:endParaRPr>
          </a:p>
        </p:txBody>
      </p:sp>
      <p:sp>
        <p:nvSpPr>
          <p:cNvPr id="13" name="Rectángulo 12">
            <a:extLst>
              <a:ext uri="{FF2B5EF4-FFF2-40B4-BE49-F238E27FC236}">
                <a16:creationId xmlns:a16="http://schemas.microsoft.com/office/drawing/2014/main" id="{A176E24E-7A7C-E03F-B78E-8447E72A127F}"/>
              </a:ext>
            </a:extLst>
          </p:cNvPr>
          <p:cNvSpPr/>
          <p:nvPr/>
        </p:nvSpPr>
        <p:spPr>
          <a:xfrm>
            <a:off x="6134485" y="1342926"/>
            <a:ext cx="1829644" cy="234118"/>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14" name="Rectángulo: esquinas redondeadas 13">
            <a:extLst>
              <a:ext uri="{FF2B5EF4-FFF2-40B4-BE49-F238E27FC236}">
                <a16:creationId xmlns:a16="http://schemas.microsoft.com/office/drawing/2014/main" id="{D467E115-6914-0C7A-B8CB-D8B2F1BBF962}"/>
              </a:ext>
            </a:extLst>
          </p:cNvPr>
          <p:cNvSpPr/>
          <p:nvPr/>
        </p:nvSpPr>
        <p:spPr>
          <a:xfrm>
            <a:off x="8020719" y="133642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2</a:t>
            </a:r>
            <a:endParaRPr lang="es-PE" sz="1100" b="1" dirty="0"/>
          </a:p>
        </p:txBody>
      </p:sp>
      <p:sp>
        <p:nvSpPr>
          <p:cNvPr id="15" name="CuadroTexto 14">
            <a:extLst>
              <a:ext uri="{FF2B5EF4-FFF2-40B4-BE49-F238E27FC236}">
                <a16:creationId xmlns:a16="http://schemas.microsoft.com/office/drawing/2014/main" id="{3CDA703C-6FF4-EFB0-8547-F1F9E226D701}"/>
              </a:ext>
            </a:extLst>
          </p:cNvPr>
          <p:cNvSpPr txBox="1"/>
          <p:nvPr/>
        </p:nvSpPr>
        <p:spPr>
          <a:xfrm>
            <a:off x="6375204" y="1672346"/>
            <a:ext cx="2217540" cy="975033"/>
          </a:xfrm>
          <a:prstGeom prst="roundRect">
            <a:avLst>
              <a:gd name="adj" fmla="val 7573"/>
            </a:avLst>
          </a:prstGeom>
          <a:solidFill>
            <a:srgbClr val="7030A0"/>
          </a:solidFill>
        </p:spPr>
        <p:txBody>
          <a:bodyPr wrap="square">
            <a:spAutoFit/>
          </a:bodyPr>
          <a:lstStyle/>
          <a:p>
            <a:pPr algn="ctr"/>
            <a:r>
              <a:rPr lang="es-ES" sz="1100" dirty="0">
                <a:solidFill>
                  <a:srgbClr val="FFFFFF"/>
                </a:solidFill>
              </a:rPr>
              <a:t>Si no está creando un NRC si no consultando o desea modificar uno ya creado, debe ingresar el número de NRC en el campo correspondiente .</a:t>
            </a:r>
            <a:endParaRPr lang="es-ES" b="0" dirty="0">
              <a:effectLst/>
            </a:endParaRPr>
          </a:p>
        </p:txBody>
      </p:sp>
      <p:sp>
        <p:nvSpPr>
          <p:cNvPr id="2" name="Rectángulo 1">
            <a:extLst>
              <a:ext uri="{FF2B5EF4-FFF2-40B4-BE49-F238E27FC236}">
                <a16:creationId xmlns:a16="http://schemas.microsoft.com/office/drawing/2014/main" id="{84054169-053C-7F41-27D7-83F37115C766}"/>
              </a:ext>
            </a:extLst>
          </p:cNvPr>
          <p:cNvSpPr/>
          <p:nvPr/>
        </p:nvSpPr>
        <p:spPr>
          <a:xfrm>
            <a:off x="11431538" y="1369634"/>
            <a:ext cx="442497" cy="273103"/>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9" name="Rectángulo: esquinas redondeadas 8">
            <a:extLst>
              <a:ext uri="{FF2B5EF4-FFF2-40B4-BE49-F238E27FC236}">
                <a16:creationId xmlns:a16="http://schemas.microsoft.com/office/drawing/2014/main" id="{35FD20D1-2D48-3FC2-C8AE-3F18C3A13356}"/>
              </a:ext>
            </a:extLst>
          </p:cNvPr>
          <p:cNvSpPr/>
          <p:nvPr/>
        </p:nvSpPr>
        <p:spPr>
          <a:xfrm>
            <a:off x="11519859" y="1800835"/>
            <a:ext cx="215660" cy="224286"/>
          </a:xfrm>
          <a:prstGeom prst="roundRect">
            <a:avLst/>
          </a:prstGeom>
          <a:solidFill>
            <a:schemeClr val="accent6"/>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 sz="1100" b="1" dirty="0"/>
              <a:t>3</a:t>
            </a:r>
            <a:endParaRPr lang="es-PE" sz="1100" b="1" dirty="0"/>
          </a:p>
        </p:txBody>
      </p:sp>
      <p:sp>
        <p:nvSpPr>
          <p:cNvPr id="16" name="CuadroTexto 15">
            <a:extLst>
              <a:ext uri="{FF2B5EF4-FFF2-40B4-BE49-F238E27FC236}">
                <a16:creationId xmlns:a16="http://schemas.microsoft.com/office/drawing/2014/main" id="{62ADC24E-3B7A-53D7-4961-B7C3B29E9B29}"/>
              </a:ext>
            </a:extLst>
          </p:cNvPr>
          <p:cNvSpPr txBox="1"/>
          <p:nvPr/>
        </p:nvSpPr>
        <p:spPr>
          <a:xfrm>
            <a:off x="10159467" y="2159862"/>
            <a:ext cx="1744692" cy="271730"/>
          </a:xfrm>
          <a:prstGeom prst="roundRect">
            <a:avLst>
              <a:gd name="adj" fmla="val 7573"/>
            </a:avLst>
          </a:prstGeom>
          <a:solidFill>
            <a:srgbClr val="7030A0"/>
          </a:solidFill>
        </p:spPr>
        <p:txBody>
          <a:bodyPr wrap="square">
            <a:spAutoFit/>
          </a:bodyPr>
          <a:lstStyle/>
          <a:p>
            <a:pPr algn="ctr" rtl="0">
              <a:spcBef>
                <a:spcPts val="0"/>
              </a:spcBef>
              <a:spcAft>
                <a:spcPts val="0"/>
              </a:spcAft>
            </a:pPr>
            <a:r>
              <a:rPr lang="es-ES" sz="1100" dirty="0">
                <a:solidFill>
                  <a:srgbClr val="FFFFFF"/>
                </a:solidFill>
              </a:rPr>
              <a:t>Seleccionar</a:t>
            </a:r>
            <a:r>
              <a:rPr lang="es-ES" sz="1100" b="0" i="0" u="none" strike="noStrike" dirty="0">
                <a:solidFill>
                  <a:srgbClr val="FFFFFF"/>
                </a:solidFill>
                <a:effectLst/>
              </a:rPr>
              <a:t> </a:t>
            </a:r>
            <a:r>
              <a:rPr lang="es-ES" sz="1100" b="1" dirty="0">
                <a:solidFill>
                  <a:srgbClr val="92D050"/>
                </a:solidFill>
              </a:rPr>
              <a:t>I</a:t>
            </a:r>
            <a:r>
              <a:rPr lang="es-ES" sz="1100" b="1" i="0" u="none" strike="noStrike" dirty="0">
                <a:solidFill>
                  <a:srgbClr val="92D050"/>
                </a:solidFill>
                <a:effectLst/>
              </a:rPr>
              <a:t>r</a:t>
            </a:r>
            <a:endParaRPr lang="es-ES" b="1" dirty="0">
              <a:solidFill>
                <a:srgbClr val="92D050"/>
              </a:solidFill>
              <a:effectLst/>
            </a:endParaRPr>
          </a:p>
        </p:txBody>
      </p:sp>
    </p:spTree>
    <p:extLst>
      <p:ext uri="{BB962C8B-B14F-4D97-AF65-F5344CB8AC3E}">
        <p14:creationId xmlns:p14="http://schemas.microsoft.com/office/powerpoint/2010/main" val="2849552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8"/>
                                        </p:tgtEl>
                                        <p:attrNameLst>
                                          <p:attrName>style.visibility</p:attrName>
                                        </p:attrNameLst>
                                      </p:cBhvr>
                                      <p:to>
                                        <p:strVal val="visible"/>
                                      </p:to>
                                    </p:set>
                                    <p:animEffect transition="in" filter="dissolve">
                                      <p:cBhvr>
                                        <p:cTn id="14" dur="500"/>
                                        <p:tgtEl>
                                          <p:spTgt spid="18"/>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wheel(1)">
                                      <p:cBhvr>
                                        <p:cTn id="18" dur="2000"/>
                                        <p:tgtEl>
                                          <p:spTgt spid="10"/>
                                        </p:tgtEl>
                                      </p:cBhvr>
                                    </p:animEffect>
                                  </p:childTnLst>
                                </p:cTn>
                              </p:par>
                            </p:childTnLst>
                          </p:cTn>
                        </p:par>
                        <p:par>
                          <p:cTn id="19" fill="hold">
                            <p:stCondLst>
                              <p:cond delay="3000"/>
                            </p:stCondLst>
                            <p:childTnLst>
                              <p:par>
                                <p:cTn id="20" presetID="53" presetClass="entr" presetSubtype="16" fill="hold" grpId="0" nodeType="afterEffect">
                                  <p:stCondLst>
                                    <p:cond delay="0"/>
                                  </p:stCondLst>
                                  <p:childTnLst>
                                    <p:set>
                                      <p:cBhvr>
                                        <p:cTn id="21" dur="1" fill="hold">
                                          <p:stCondLst>
                                            <p:cond delay="0"/>
                                          </p:stCondLst>
                                        </p:cTn>
                                        <p:tgtEl>
                                          <p:spTgt spid="11"/>
                                        </p:tgtEl>
                                        <p:attrNameLst>
                                          <p:attrName>style.visibility</p:attrName>
                                        </p:attrNameLst>
                                      </p:cBhvr>
                                      <p:to>
                                        <p:strVal val="visible"/>
                                      </p:to>
                                    </p:set>
                                    <p:anim calcmode="lin" valueType="num">
                                      <p:cBhvr>
                                        <p:cTn id="22" dur="500" fill="hold"/>
                                        <p:tgtEl>
                                          <p:spTgt spid="11"/>
                                        </p:tgtEl>
                                        <p:attrNameLst>
                                          <p:attrName>ppt_w</p:attrName>
                                        </p:attrNameLst>
                                      </p:cBhvr>
                                      <p:tavLst>
                                        <p:tav tm="0">
                                          <p:val>
                                            <p:fltVal val="0"/>
                                          </p:val>
                                        </p:tav>
                                        <p:tav tm="100000">
                                          <p:val>
                                            <p:strVal val="#ppt_w"/>
                                          </p:val>
                                        </p:tav>
                                      </p:tavLst>
                                    </p:anim>
                                    <p:anim calcmode="lin" valueType="num">
                                      <p:cBhvr>
                                        <p:cTn id="23" dur="500" fill="hold"/>
                                        <p:tgtEl>
                                          <p:spTgt spid="11"/>
                                        </p:tgtEl>
                                        <p:attrNameLst>
                                          <p:attrName>ppt_h</p:attrName>
                                        </p:attrNameLst>
                                      </p:cBhvr>
                                      <p:tavLst>
                                        <p:tav tm="0">
                                          <p:val>
                                            <p:fltVal val="0"/>
                                          </p:val>
                                        </p:tav>
                                        <p:tav tm="100000">
                                          <p:val>
                                            <p:strVal val="#ppt_h"/>
                                          </p:val>
                                        </p:tav>
                                      </p:tavLst>
                                    </p:anim>
                                    <p:animEffect transition="in" filter="fade">
                                      <p:cBhvr>
                                        <p:cTn id="24" dur="500"/>
                                        <p:tgtEl>
                                          <p:spTgt spid="11"/>
                                        </p:tgtEl>
                                      </p:cBhvr>
                                    </p:animEffect>
                                  </p:childTnLst>
                                </p:cTn>
                              </p:par>
                            </p:childTnLst>
                          </p:cTn>
                        </p:par>
                        <p:par>
                          <p:cTn id="25" fill="hold">
                            <p:stCondLst>
                              <p:cond delay="3500"/>
                            </p:stCondLst>
                            <p:childTnLst>
                              <p:par>
                                <p:cTn id="26" presetID="10" presetClass="entr" presetSubtype="0" fill="hold" grpId="0" nodeType="after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500"/>
                                        <p:tgtEl>
                                          <p:spTgt spid="12"/>
                                        </p:tgtEl>
                                      </p:cBhvr>
                                    </p:animEffect>
                                  </p:childTnLst>
                                </p:cTn>
                              </p:par>
                            </p:childTnLst>
                          </p:cTn>
                        </p:par>
                        <p:par>
                          <p:cTn id="29" fill="hold">
                            <p:stCondLst>
                              <p:cond delay="4000"/>
                            </p:stCondLst>
                            <p:childTnLst>
                              <p:par>
                                <p:cTn id="30" presetID="21" presetClass="entr" presetSubtype="1"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heel(1)">
                                      <p:cBhvr>
                                        <p:cTn id="32" dur="2000"/>
                                        <p:tgtEl>
                                          <p:spTgt spid="13"/>
                                        </p:tgtEl>
                                      </p:cBhvr>
                                    </p:animEffect>
                                  </p:childTnLst>
                                </p:cTn>
                              </p:par>
                            </p:childTnLst>
                          </p:cTn>
                        </p:par>
                        <p:par>
                          <p:cTn id="33" fill="hold">
                            <p:stCondLst>
                              <p:cond delay="6000"/>
                            </p:stCondLst>
                            <p:childTnLst>
                              <p:par>
                                <p:cTn id="34" presetID="53" presetClass="entr" presetSubtype="16"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 calcmode="lin" valueType="num">
                                      <p:cBhvr>
                                        <p:cTn id="36" dur="500" fill="hold"/>
                                        <p:tgtEl>
                                          <p:spTgt spid="14"/>
                                        </p:tgtEl>
                                        <p:attrNameLst>
                                          <p:attrName>ppt_w</p:attrName>
                                        </p:attrNameLst>
                                      </p:cBhvr>
                                      <p:tavLst>
                                        <p:tav tm="0">
                                          <p:val>
                                            <p:fltVal val="0"/>
                                          </p:val>
                                        </p:tav>
                                        <p:tav tm="100000">
                                          <p:val>
                                            <p:strVal val="#ppt_w"/>
                                          </p:val>
                                        </p:tav>
                                      </p:tavLst>
                                    </p:anim>
                                    <p:anim calcmode="lin" valueType="num">
                                      <p:cBhvr>
                                        <p:cTn id="37" dur="500" fill="hold"/>
                                        <p:tgtEl>
                                          <p:spTgt spid="14"/>
                                        </p:tgtEl>
                                        <p:attrNameLst>
                                          <p:attrName>ppt_h</p:attrName>
                                        </p:attrNameLst>
                                      </p:cBhvr>
                                      <p:tavLst>
                                        <p:tav tm="0">
                                          <p:val>
                                            <p:fltVal val="0"/>
                                          </p:val>
                                        </p:tav>
                                        <p:tav tm="100000">
                                          <p:val>
                                            <p:strVal val="#ppt_h"/>
                                          </p:val>
                                        </p:tav>
                                      </p:tavLst>
                                    </p:anim>
                                    <p:animEffect transition="in" filter="fade">
                                      <p:cBhvr>
                                        <p:cTn id="38" dur="500"/>
                                        <p:tgtEl>
                                          <p:spTgt spid="14"/>
                                        </p:tgtEl>
                                      </p:cBhvr>
                                    </p:animEffect>
                                  </p:childTnLst>
                                </p:cTn>
                              </p:par>
                            </p:childTnLst>
                          </p:cTn>
                        </p:par>
                        <p:par>
                          <p:cTn id="39" fill="hold">
                            <p:stCondLst>
                              <p:cond delay="6500"/>
                            </p:stCondLst>
                            <p:childTnLst>
                              <p:par>
                                <p:cTn id="40" presetID="10" presetClass="entr" presetSubtype="0" fill="hold" grpId="0" nodeType="after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par>
                          <p:cTn id="43" fill="hold">
                            <p:stCondLst>
                              <p:cond delay="7000"/>
                            </p:stCondLst>
                            <p:childTnLst>
                              <p:par>
                                <p:cTn id="44" presetID="21" presetClass="entr" presetSubtype="1" fill="hold" grpId="0" nodeType="afterEffect">
                                  <p:stCondLst>
                                    <p:cond delay="0"/>
                                  </p:stCondLst>
                                  <p:childTnLst>
                                    <p:set>
                                      <p:cBhvr>
                                        <p:cTn id="45" dur="1" fill="hold">
                                          <p:stCondLst>
                                            <p:cond delay="0"/>
                                          </p:stCondLst>
                                        </p:cTn>
                                        <p:tgtEl>
                                          <p:spTgt spid="2"/>
                                        </p:tgtEl>
                                        <p:attrNameLst>
                                          <p:attrName>style.visibility</p:attrName>
                                        </p:attrNameLst>
                                      </p:cBhvr>
                                      <p:to>
                                        <p:strVal val="visible"/>
                                      </p:to>
                                    </p:set>
                                    <p:animEffect transition="in" filter="wheel(1)">
                                      <p:cBhvr>
                                        <p:cTn id="46" dur="2000"/>
                                        <p:tgtEl>
                                          <p:spTgt spid="2"/>
                                        </p:tgtEl>
                                      </p:cBhvr>
                                    </p:animEffect>
                                  </p:childTnLst>
                                </p:cTn>
                              </p:par>
                            </p:childTnLst>
                          </p:cTn>
                        </p:par>
                        <p:par>
                          <p:cTn id="47" fill="hold">
                            <p:stCondLst>
                              <p:cond delay="9000"/>
                            </p:stCondLst>
                            <p:childTnLst>
                              <p:par>
                                <p:cTn id="48" presetID="53" presetClass="entr" presetSubtype="16" fill="hold" grpId="0" nodeType="afterEffect">
                                  <p:stCondLst>
                                    <p:cond delay="0"/>
                                  </p:stCondLst>
                                  <p:childTnLst>
                                    <p:set>
                                      <p:cBhvr>
                                        <p:cTn id="49" dur="1" fill="hold">
                                          <p:stCondLst>
                                            <p:cond delay="0"/>
                                          </p:stCondLst>
                                        </p:cTn>
                                        <p:tgtEl>
                                          <p:spTgt spid="9"/>
                                        </p:tgtEl>
                                        <p:attrNameLst>
                                          <p:attrName>style.visibility</p:attrName>
                                        </p:attrNameLst>
                                      </p:cBhvr>
                                      <p:to>
                                        <p:strVal val="visible"/>
                                      </p:to>
                                    </p:set>
                                    <p:anim calcmode="lin" valueType="num">
                                      <p:cBhvr>
                                        <p:cTn id="50" dur="500" fill="hold"/>
                                        <p:tgtEl>
                                          <p:spTgt spid="9"/>
                                        </p:tgtEl>
                                        <p:attrNameLst>
                                          <p:attrName>ppt_w</p:attrName>
                                        </p:attrNameLst>
                                      </p:cBhvr>
                                      <p:tavLst>
                                        <p:tav tm="0">
                                          <p:val>
                                            <p:fltVal val="0"/>
                                          </p:val>
                                        </p:tav>
                                        <p:tav tm="100000">
                                          <p:val>
                                            <p:strVal val="#ppt_w"/>
                                          </p:val>
                                        </p:tav>
                                      </p:tavLst>
                                    </p:anim>
                                    <p:anim calcmode="lin" valueType="num">
                                      <p:cBhvr>
                                        <p:cTn id="51" dur="500" fill="hold"/>
                                        <p:tgtEl>
                                          <p:spTgt spid="9"/>
                                        </p:tgtEl>
                                        <p:attrNameLst>
                                          <p:attrName>ppt_h</p:attrName>
                                        </p:attrNameLst>
                                      </p:cBhvr>
                                      <p:tavLst>
                                        <p:tav tm="0">
                                          <p:val>
                                            <p:fltVal val="0"/>
                                          </p:val>
                                        </p:tav>
                                        <p:tav tm="100000">
                                          <p:val>
                                            <p:strVal val="#ppt_h"/>
                                          </p:val>
                                        </p:tav>
                                      </p:tavLst>
                                    </p:anim>
                                    <p:animEffect transition="in" filter="fade">
                                      <p:cBhvr>
                                        <p:cTn id="52" dur="500"/>
                                        <p:tgtEl>
                                          <p:spTgt spid="9"/>
                                        </p:tgtEl>
                                      </p:cBhvr>
                                    </p:animEffect>
                                  </p:childTnLst>
                                </p:cTn>
                              </p:par>
                            </p:childTnLst>
                          </p:cTn>
                        </p:par>
                        <p:par>
                          <p:cTn id="53" fill="hold">
                            <p:stCondLst>
                              <p:cond delay="9500"/>
                            </p:stCondLst>
                            <p:childTnLst>
                              <p:par>
                                <p:cTn id="54" presetID="10" presetClass="entr" presetSubtype="0" fill="hold" grpId="0" nodeType="afterEffect">
                                  <p:stCondLst>
                                    <p:cond delay="0"/>
                                  </p:stCondLst>
                                  <p:childTnLst>
                                    <p:set>
                                      <p:cBhvr>
                                        <p:cTn id="55" dur="1" fill="hold">
                                          <p:stCondLst>
                                            <p:cond delay="0"/>
                                          </p:stCondLst>
                                        </p:cTn>
                                        <p:tgtEl>
                                          <p:spTgt spid="16"/>
                                        </p:tgtEl>
                                        <p:attrNameLst>
                                          <p:attrName>style.visibility</p:attrName>
                                        </p:attrNameLst>
                                      </p:cBhvr>
                                      <p:to>
                                        <p:strVal val="visible"/>
                                      </p:to>
                                    </p:set>
                                    <p:animEffect transition="in" filter="fade">
                                      <p:cBhvr>
                                        <p:cTn id="56"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0" grpId="0" animBg="1"/>
      <p:bldP spid="11" grpId="0" animBg="1"/>
      <p:bldP spid="12" grpId="0" animBg="1"/>
      <p:bldP spid="13" grpId="0" animBg="1"/>
      <p:bldP spid="14" grpId="0" animBg="1"/>
      <p:bldP spid="15" grpId="0" animBg="1"/>
      <p:bldP spid="2" grpId="0" animBg="1"/>
      <p:bldP spid="9" grpId="0" animBg="1"/>
      <p:bldP spid="16"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17" name="Imagen 16">
            <a:extLst>
              <a:ext uri="{FF2B5EF4-FFF2-40B4-BE49-F238E27FC236}">
                <a16:creationId xmlns:a16="http://schemas.microsoft.com/office/drawing/2014/main" id="{9EEC0249-6B2B-84F6-74CC-B40CBCE221AA}"/>
              </a:ext>
            </a:extLst>
          </p:cNvPr>
          <p:cNvPicPr>
            <a:picLocks noChangeAspect="1"/>
          </p:cNvPicPr>
          <p:nvPr/>
        </p:nvPicPr>
        <p:blipFill>
          <a:blip r:embed="rId4"/>
          <a:stretch>
            <a:fillRect/>
          </a:stretch>
        </p:blipFill>
        <p:spPr>
          <a:xfrm>
            <a:off x="415842" y="1022555"/>
            <a:ext cx="11516895" cy="4879226"/>
          </a:xfrm>
          <a:prstGeom prst="rect">
            <a:avLst/>
          </a:prstGeom>
        </p:spPr>
      </p:pic>
      <p:sp>
        <p:nvSpPr>
          <p:cNvPr id="19" name="Rectángulo 18">
            <a:extLst>
              <a:ext uri="{FF2B5EF4-FFF2-40B4-BE49-F238E27FC236}">
                <a16:creationId xmlns:a16="http://schemas.microsoft.com/office/drawing/2014/main" id="{C1F8713B-3F34-E2E3-A42F-816F21A4393B}"/>
              </a:ext>
            </a:extLst>
          </p:cNvPr>
          <p:cNvSpPr/>
          <p:nvPr/>
        </p:nvSpPr>
        <p:spPr>
          <a:xfrm>
            <a:off x="415841" y="1360564"/>
            <a:ext cx="4254481" cy="242094"/>
          </a:xfrm>
          <a:prstGeom prst="rect">
            <a:avLst/>
          </a:prstGeom>
          <a:noFill/>
          <a:ln w="38100" cap="flat" cmpd="sng" algn="ctr">
            <a:solidFill>
              <a:srgbClr val="5C2193"/>
            </a:solidFill>
            <a:prstDash val="solid"/>
            <a:round/>
            <a:headEnd type="none" w="med" len="med"/>
            <a:tailEnd type="none" w="med" len="med"/>
          </a:ln>
        </p:spPr>
        <p:style>
          <a:lnRef idx="0">
            <a:scrgbClr r="0" g="0" b="0"/>
          </a:lnRef>
          <a:fillRef idx="0">
            <a:scrgbClr r="0" g="0" b="0"/>
          </a:fillRef>
          <a:effectRef idx="0">
            <a:scrgbClr r="0" g="0" b="0"/>
          </a:effectRef>
          <a:fontRef idx="minor">
            <a:schemeClr val="accent5"/>
          </a:fontRef>
        </p:style>
        <p:txBody>
          <a:bodyPr rtlCol="0" anchor="ctr"/>
          <a:lstStyle/>
          <a:p>
            <a:pPr algn="ctr"/>
            <a:endParaRPr lang="es-PE"/>
          </a:p>
        </p:txBody>
      </p:sp>
      <p:sp>
        <p:nvSpPr>
          <p:cNvPr id="20" name="CuadroTexto 19">
            <a:extLst>
              <a:ext uri="{FF2B5EF4-FFF2-40B4-BE49-F238E27FC236}">
                <a16:creationId xmlns:a16="http://schemas.microsoft.com/office/drawing/2014/main" id="{3E35C39C-8C34-1F7B-6471-4505808A3090}"/>
              </a:ext>
            </a:extLst>
          </p:cNvPr>
          <p:cNvSpPr txBox="1"/>
          <p:nvPr/>
        </p:nvSpPr>
        <p:spPr>
          <a:xfrm>
            <a:off x="2065588" y="1890064"/>
            <a:ext cx="4118903" cy="1246763"/>
          </a:xfrm>
          <a:prstGeom prst="roundRect">
            <a:avLst>
              <a:gd name="adj" fmla="val 7573"/>
            </a:avLst>
          </a:prstGeom>
          <a:solidFill>
            <a:srgbClr val="7030A0"/>
          </a:solidFill>
        </p:spPr>
        <p:txBody>
          <a:bodyPr wrap="square">
            <a:spAutoFit/>
          </a:bodyPr>
          <a:lstStyle/>
          <a:p>
            <a:pPr algn="ctr"/>
            <a:r>
              <a:rPr lang="es-ES" sz="1200" dirty="0">
                <a:solidFill>
                  <a:srgbClr val="FFFFFF"/>
                </a:solidFill>
              </a:rPr>
              <a:t>Al ingresar al bloque de </a:t>
            </a:r>
            <a:r>
              <a:rPr lang="es-ES" sz="1200" b="1" dirty="0">
                <a:solidFill>
                  <a:srgbClr val="92D050"/>
                </a:solidFill>
              </a:rPr>
              <a:t>Información de sección de curso</a:t>
            </a:r>
            <a:r>
              <a:rPr lang="es-ES" sz="1200" dirty="0">
                <a:solidFill>
                  <a:schemeClr val="bg1"/>
                </a:solidFill>
              </a:rPr>
              <a:t>,</a:t>
            </a:r>
            <a:r>
              <a:rPr lang="es-ES" sz="1200" dirty="0">
                <a:solidFill>
                  <a:srgbClr val="92D050"/>
                </a:solidFill>
              </a:rPr>
              <a:t> </a:t>
            </a:r>
            <a:r>
              <a:rPr lang="es-ES" sz="1200" dirty="0">
                <a:solidFill>
                  <a:srgbClr val="FFFFFF"/>
                </a:solidFill>
              </a:rPr>
              <a:t>si se está creando un </a:t>
            </a:r>
            <a:r>
              <a:rPr lang="es-ES" sz="1200" b="1" dirty="0">
                <a:solidFill>
                  <a:srgbClr val="FFFFFF"/>
                </a:solidFill>
              </a:rPr>
              <a:t>nuevo NRC</a:t>
            </a:r>
            <a:r>
              <a:rPr lang="es-ES" sz="1200" dirty="0">
                <a:solidFill>
                  <a:srgbClr val="FFFFFF"/>
                </a:solidFill>
              </a:rPr>
              <a:t>, se visualizarán una serie de campos en blanco, y en el campo </a:t>
            </a:r>
            <a:r>
              <a:rPr lang="es-ES" sz="1200" b="1" dirty="0">
                <a:solidFill>
                  <a:srgbClr val="92D050"/>
                </a:solidFill>
              </a:rPr>
              <a:t>NRC</a:t>
            </a:r>
            <a:r>
              <a:rPr lang="es-ES" sz="1200" dirty="0">
                <a:solidFill>
                  <a:srgbClr val="FFFFFF"/>
                </a:solidFill>
              </a:rPr>
              <a:t> se mantiene el valor </a:t>
            </a:r>
            <a:r>
              <a:rPr lang="es-ES" sz="1200" b="1" dirty="0">
                <a:solidFill>
                  <a:srgbClr val="92D050"/>
                </a:solidFill>
              </a:rPr>
              <a:t>ADD</a:t>
            </a:r>
            <a:r>
              <a:rPr lang="es-ES" sz="1200" dirty="0">
                <a:solidFill>
                  <a:srgbClr val="FFFFFF"/>
                </a:solidFill>
              </a:rPr>
              <a:t>. Una vez el NRC sea creado, dicho campo adquirirá el valor del número secuencial indicado en SOATERM.</a:t>
            </a:r>
            <a:endParaRPr lang="es-ES" sz="2000" b="0" dirty="0">
              <a:effectLst/>
            </a:endParaRPr>
          </a:p>
        </p:txBody>
      </p:sp>
    </p:spTree>
    <p:extLst>
      <p:ext uri="{BB962C8B-B14F-4D97-AF65-F5344CB8AC3E}">
        <p14:creationId xmlns:p14="http://schemas.microsoft.com/office/powerpoint/2010/main" val="2310646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dissolve">
                                      <p:cBhvr>
                                        <p:cTn id="14" dur="500"/>
                                        <p:tgtEl>
                                          <p:spTgt spid="17"/>
                                        </p:tgtEl>
                                      </p:cBhvr>
                                    </p:animEffect>
                                  </p:childTnLst>
                                </p:cTn>
                              </p:par>
                            </p:childTnLst>
                          </p:cTn>
                        </p:par>
                        <p:par>
                          <p:cTn id="15" fill="hold">
                            <p:stCondLst>
                              <p:cond delay="1000"/>
                            </p:stCondLst>
                            <p:childTnLst>
                              <p:par>
                                <p:cTn id="16" presetID="21" presetClass="entr" presetSubtype="1" fill="hold" grpId="0" nodeType="afterEffect">
                                  <p:stCondLst>
                                    <p:cond delay="0"/>
                                  </p:stCondLst>
                                  <p:childTnLst>
                                    <p:set>
                                      <p:cBhvr>
                                        <p:cTn id="17" dur="1" fill="hold">
                                          <p:stCondLst>
                                            <p:cond delay="0"/>
                                          </p:stCondLst>
                                        </p:cTn>
                                        <p:tgtEl>
                                          <p:spTgt spid="19"/>
                                        </p:tgtEl>
                                        <p:attrNameLst>
                                          <p:attrName>style.visibility</p:attrName>
                                        </p:attrNameLst>
                                      </p:cBhvr>
                                      <p:to>
                                        <p:strVal val="visible"/>
                                      </p:to>
                                    </p:set>
                                    <p:animEffect transition="in" filter="wheel(1)">
                                      <p:cBhvr>
                                        <p:cTn id="18" dur="2000"/>
                                        <p:tgtEl>
                                          <p:spTgt spid="19"/>
                                        </p:tgtEl>
                                      </p:cBhvr>
                                    </p:animEffect>
                                  </p:childTnLst>
                                </p:cTn>
                              </p:par>
                            </p:childTnLst>
                          </p:cTn>
                        </p:par>
                        <p:par>
                          <p:cTn id="19" fill="hold">
                            <p:stCondLst>
                              <p:cond delay="3000"/>
                            </p:stCondLst>
                            <p:childTnLst>
                              <p:par>
                                <p:cTn id="20" presetID="10" presetClass="entr" presetSubtype="0" fill="hold" grpId="0" nodeType="afterEffect">
                                  <p:stCondLst>
                                    <p:cond delay="0"/>
                                  </p:stCondLst>
                                  <p:childTnLst>
                                    <p:set>
                                      <p:cBhvr>
                                        <p:cTn id="21" dur="1" fill="hold">
                                          <p:stCondLst>
                                            <p:cond delay="0"/>
                                          </p:stCondLst>
                                        </p:cTn>
                                        <p:tgtEl>
                                          <p:spTgt spid="20"/>
                                        </p:tgtEl>
                                        <p:attrNameLst>
                                          <p:attrName>style.visibility</p:attrName>
                                        </p:attrNameLst>
                                      </p:cBhvr>
                                      <p:to>
                                        <p:strVal val="visible"/>
                                      </p:to>
                                    </p:set>
                                    <p:animEffect transition="in" filter="fade">
                                      <p:cBhvr>
                                        <p:cTn id="2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19" grpId="0" animBg="1"/>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n 2">
            <a:extLst>
              <a:ext uri="{FF2B5EF4-FFF2-40B4-BE49-F238E27FC236}">
                <a16:creationId xmlns:a16="http://schemas.microsoft.com/office/drawing/2014/main" id="{7CAB2B86-4E3B-C98C-411E-958BEFE1878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2528" y="6154887"/>
            <a:ext cx="2234242" cy="525923"/>
          </a:xfrm>
          <a:prstGeom prst="rect">
            <a:avLst/>
          </a:prstGeom>
        </p:spPr>
      </p:pic>
      <p:pic>
        <p:nvPicPr>
          <p:cNvPr id="4" name="Picture 4" descr="Ellucian Student Reseñas 2026: Detalles, Precios y Características | G2">
            <a:extLst>
              <a:ext uri="{FF2B5EF4-FFF2-40B4-BE49-F238E27FC236}">
                <a16:creationId xmlns:a16="http://schemas.microsoft.com/office/drawing/2014/main" id="{7352B780-8C7C-7B91-F3EE-5E6EF2C2E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98101" y="5901780"/>
            <a:ext cx="1821371" cy="956220"/>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0AEBA78F-8C98-5D4D-384F-95B753FFADE4}"/>
              </a:ext>
            </a:extLst>
          </p:cNvPr>
          <p:cNvSpPr txBox="1"/>
          <p:nvPr/>
        </p:nvSpPr>
        <p:spPr>
          <a:xfrm>
            <a:off x="431320" y="241540"/>
            <a:ext cx="5662127" cy="523220"/>
          </a:xfrm>
          <a:prstGeom prst="rect">
            <a:avLst/>
          </a:prstGeom>
          <a:noFill/>
        </p:spPr>
        <p:txBody>
          <a:bodyPr wrap="none" rtlCol="0">
            <a:spAutoFit/>
          </a:bodyPr>
          <a:lstStyle/>
          <a:p>
            <a:r>
              <a:rPr lang="es-ES" sz="2800" b="1" dirty="0">
                <a:latin typeface="Montserrat" pitchFamily="2" charset="0"/>
              </a:rPr>
              <a:t>PROGRAMAR NRC - SSASECT</a:t>
            </a:r>
            <a:endParaRPr lang="es-PE" sz="2800" b="1" dirty="0">
              <a:latin typeface="Montserrat" pitchFamily="2" charset="0"/>
            </a:endParaRPr>
          </a:p>
        </p:txBody>
      </p:sp>
      <p:sp>
        <p:nvSpPr>
          <p:cNvPr id="8" name="Rectángulo 7">
            <a:extLst>
              <a:ext uri="{FF2B5EF4-FFF2-40B4-BE49-F238E27FC236}">
                <a16:creationId xmlns:a16="http://schemas.microsoft.com/office/drawing/2014/main" id="{A16BCE08-E23C-F264-A6E3-E4019979D2E2}"/>
              </a:ext>
            </a:extLst>
          </p:cNvPr>
          <p:cNvSpPr/>
          <p:nvPr/>
        </p:nvSpPr>
        <p:spPr>
          <a:xfrm>
            <a:off x="6184491" y="241540"/>
            <a:ext cx="6007508" cy="445583"/>
          </a:xfrm>
          <a:prstGeom prst="rect">
            <a:avLst/>
          </a:prstGeom>
          <a:gradFill flip="none" rotWithShape="1">
            <a:gsLst>
              <a:gs pos="0">
                <a:schemeClr val="accent6">
                  <a:lumMod val="0"/>
                  <a:lumOff val="100000"/>
                </a:schemeClr>
              </a:gs>
              <a:gs pos="66000">
                <a:schemeClr val="accent6">
                  <a:lumMod val="100000"/>
                </a:schemeClr>
              </a:gs>
            </a:gsLst>
            <a:lin ang="0" scaled="1"/>
            <a:tileRect/>
          </a:gradFill>
          <a:ln/>
        </p:spPr>
        <p:style>
          <a:lnRef idx="3">
            <a:schemeClr val="lt1"/>
          </a:lnRef>
          <a:fillRef idx="1">
            <a:schemeClr val="accent6"/>
          </a:fillRef>
          <a:effectRef idx="1">
            <a:schemeClr val="accent6"/>
          </a:effectRef>
          <a:fontRef idx="minor">
            <a:schemeClr val="lt1"/>
          </a:fontRef>
        </p:style>
        <p:txBody>
          <a:bodyPr rtlCol="0" anchor="ctr"/>
          <a:lstStyle/>
          <a:p>
            <a:pPr algn="ctr"/>
            <a:endParaRPr lang="es-PE"/>
          </a:p>
        </p:txBody>
      </p:sp>
      <p:sp>
        <p:nvSpPr>
          <p:cNvPr id="6" name="CuadroTexto 5">
            <a:extLst>
              <a:ext uri="{FF2B5EF4-FFF2-40B4-BE49-F238E27FC236}">
                <a16:creationId xmlns:a16="http://schemas.microsoft.com/office/drawing/2014/main" id="{AC33DC36-253A-547B-7A30-A152C2F6B4CE}"/>
              </a:ext>
            </a:extLst>
          </p:cNvPr>
          <p:cNvSpPr txBox="1"/>
          <p:nvPr/>
        </p:nvSpPr>
        <p:spPr>
          <a:xfrm>
            <a:off x="4528936" y="6386396"/>
            <a:ext cx="3134128" cy="276999"/>
          </a:xfrm>
          <a:prstGeom prst="rect">
            <a:avLst/>
          </a:prstGeom>
          <a:noFill/>
        </p:spPr>
        <p:txBody>
          <a:bodyPr wrap="none" rtlCol="0">
            <a:spAutoFit/>
          </a:bodyPr>
          <a:lstStyle/>
          <a:p>
            <a:pPr algn="ctr"/>
            <a:r>
              <a:rPr lang="es-ES" sz="1200" i="1" dirty="0"/>
              <a:t>Elaborado por: Ing. Liliana Ocampo Moreno</a:t>
            </a:r>
            <a:endParaRPr lang="es-PE" sz="1200" i="1" dirty="0"/>
          </a:p>
        </p:txBody>
      </p:sp>
      <p:pic>
        <p:nvPicPr>
          <p:cNvPr id="17" name="Imagen 16">
            <a:extLst>
              <a:ext uri="{FF2B5EF4-FFF2-40B4-BE49-F238E27FC236}">
                <a16:creationId xmlns:a16="http://schemas.microsoft.com/office/drawing/2014/main" id="{9EEC0249-6B2B-84F6-74CC-B40CBCE221AA}"/>
              </a:ext>
            </a:extLst>
          </p:cNvPr>
          <p:cNvPicPr>
            <a:picLocks noChangeAspect="1"/>
          </p:cNvPicPr>
          <p:nvPr/>
        </p:nvPicPr>
        <p:blipFill>
          <a:blip r:embed="rId4"/>
          <a:stretch>
            <a:fillRect/>
          </a:stretch>
        </p:blipFill>
        <p:spPr>
          <a:xfrm>
            <a:off x="415842" y="1022555"/>
            <a:ext cx="11516895" cy="4879226"/>
          </a:xfrm>
          <a:prstGeom prst="rect">
            <a:avLst/>
          </a:prstGeom>
        </p:spPr>
      </p:pic>
    </p:spTree>
    <p:extLst>
      <p:ext uri="{BB962C8B-B14F-4D97-AF65-F5344CB8AC3E}">
        <p14:creationId xmlns:p14="http://schemas.microsoft.com/office/powerpoint/2010/main" val="3396290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9" presetClass="entr" presetSubtype="0" fill="hold" nodeType="after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dissolve">
                                      <p:cBhvr>
                                        <p:cTn id="14"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286BF2-B840-A912-E421-BC62A9931154}"/>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0B70D06B-47B7-C300-924E-5199069C99A1}"/>
              </a:ext>
            </a:extLst>
          </p:cNvPr>
          <p:cNvPicPr>
            <a:picLocks noChangeAspect="1"/>
          </p:cNvPicPr>
          <p:nvPr/>
        </p:nvPicPr>
        <p:blipFill>
          <a:blip r:embed="rId2"/>
          <a:stretch>
            <a:fillRect/>
          </a:stretch>
        </p:blipFill>
        <p:spPr>
          <a:xfrm>
            <a:off x="645268" y="925524"/>
            <a:ext cx="11490767" cy="5006949"/>
          </a:xfrm>
          <a:prstGeom prst="rect">
            <a:avLst/>
          </a:prstGeom>
        </p:spPr>
      </p:pic>
      <p:sp>
        <p:nvSpPr>
          <p:cNvPr id="3" name="Marcador de texto vertical 2">
            <a:extLst>
              <a:ext uri="{FF2B5EF4-FFF2-40B4-BE49-F238E27FC236}">
                <a16:creationId xmlns:a16="http://schemas.microsoft.com/office/drawing/2014/main" id="{2F10A219-ACC3-07AD-2FF7-53A2571FC196}"/>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2" name="Rectángulo redondeado 5">
            <a:extLst>
              <a:ext uri="{FF2B5EF4-FFF2-40B4-BE49-F238E27FC236}">
                <a16:creationId xmlns:a16="http://schemas.microsoft.com/office/drawing/2014/main" id="{78ADFACF-E7E4-2253-113B-E50B6678CD3E}"/>
              </a:ext>
            </a:extLst>
          </p:cNvPr>
          <p:cNvSpPr/>
          <p:nvPr/>
        </p:nvSpPr>
        <p:spPr>
          <a:xfrm>
            <a:off x="1843980" y="3364344"/>
            <a:ext cx="8018088" cy="21845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3"/>
            </a:pPr>
            <a:r>
              <a:rPr lang="es-419" sz="1200" dirty="0"/>
              <a:t>Ingrese en los campos Materia y Número de curso el identificador de la asignatura para la cual desea programar el NRC.  </a:t>
            </a:r>
          </a:p>
          <a:p>
            <a:pPr marL="268288"/>
            <a:r>
              <a:rPr lang="es-419" sz="1100" dirty="0"/>
              <a:t>Al ingresar los valores, se despliega el Título de  la asignatura, según corresponda en el Catálogo de cursos.</a:t>
            </a:r>
          </a:p>
          <a:p>
            <a:pPr marL="228600" indent="-228600">
              <a:buFont typeface="+mj-lt"/>
              <a:buAutoNum type="arabicPeriod" startAt="4"/>
            </a:pPr>
            <a:r>
              <a:rPr lang="es-419" sz="1200" dirty="0"/>
              <a:t>‘Sección’: identificador único a definir considerando que su valor no debe encontrarse ya utilizado para el mismo periodo, materia y curso.</a:t>
            </a:r>
          </a:p>
          <a:p>
            <a:pPr marL="268288"/>
            <a:r>
              <a:rPr lang="es-419" sz="1100" dirty="0"/>
              <a:t> En la Universidad se ha definido que la sección será un identificador </a:t>
            </a:r>
            <a:r>
              <a:rPr lang="es-419" sz="1100" dirty="0" err="1"/>
              <a:t>Alfábetico</a:t>
            </a:r>
            <a:r>
              <a:rPr lang="es-419" sz="1100" dirty="0"/>
              <a:t> (A) que identificará los NRC  de un ciclo y paralelo o grupo.</a:t>
            </a:r>
          </a:p>
          <a:p>
            <a:pPr marL="228600" indent="-228600">
              <a:buFont typeface="+mj-lt"/>
              <a:buAutoNum type="arabicPeriod" startAt="5"/>
            </a:pPr>
            <a:r>
              <a:rPr lang="es-419" sz="1200" dirty="0"/>
              <a:t>Ingrese o seleccione el Campus en el que se impartirá la sección que se está creando.</a:t>
            </a:r>
          </a:p>
          <a:p>
            <a:pPr marL="228600" indent="-228600">
              <a:buFont typeface="+mj-lt"/>
              <a:buAutoNum type="arabicPeriod" startAt="5"/>
            </a:pPr>
            <a:r>
              <a:rPr lang="es-419" sz="1200" dirty="0"/>
              <a:t>Ingrese el estatus de la sección que se está creando.</a:t>
            </a:r>
          </a:p>
          <a:p>
            <a:pPr marL="268288"/>
            <a:r>
              <a:rPr lang="es-419" sz="1100" dirty="0"/>
              <a:t>Solamente en los NRC con estatus Activo se podrán inscribir los estudiantes.</a:t>
            </a:r>
          </a:p>
        </p:txBody>
      </p:sp>
      <p:sp>
        <p:nvSpPr>
          <p:cNvPr id="6" name="Rectángulo redondeado 15">
            <a:extLst>
              <a:ext uri="{FF2B5EF4-FFF2-40B4-BE49-F238E27FC236}">
                <a16:creationId xmlns:a16="http://schemas.microsoft.com/office/drawing/2014/main" id="{F805EBF1-AB57-CDD5-5AB0-A4F1655DAC2F}"/>
              </a:ext>
            </a:extLst>
          </p:cNvPr>
          <p:cNvSpPr/>
          <p:nvPr/>
        </p:nvSpPr>
        <p:spPr>
          <a:xfrm>
            <a:off x="2429537" y="1878483"/>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3</a:t>
            </a:r>
            <a:endParaRPr lang="es-419" sz="1100" noProof="0" dirty="0"/>
          </a:p>
        </p:txBody>
      </p:sp>
      <p:sp>
        <p:nvSpPr>
          <p:cNvPr id="9" name="Rectángulo 8">
            <a:extLst>
              <a:ext uri="{FF2B5EF4-FFF2-40B4-BE49-F238E27FC236}">
                <a16:creationId xmlns:a16="http://schemas.microsoft.com/office/drawing/2014/main" id="{52550C0F-5FC0-00BC-6388-3FC71CC9B2DC}"/>
              </a:ext>
            </a:extLst>
          </p:cNvPr>
          <p:cNvSpPr/>
          <p:nvPr/>
        </p:nvSpPr>
        <p:spPr>
          <a:xfrm>
            <a:off x="871268" y="1878483"/>
            <a:ext cx="1525238" cy="4327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1" name="Rectángulo redondeado 15">
            <a:extLst>
              <a:ext uri="{FF2B5EF4-FFF2-40B4-BE49-F238E27FC236}">
                <a16:creationId xmlns:a16="http://schemas.microsoft.com/office/drawing/2014/main" id="{2E2D81DA-9120-04EC-51DB-A13A8B5CD32B}"/>
              </a:ext>
            </a:extLst>
          </p:cNvPr>
          <p:cNvSpPr/>
          <p:nvPr/>
        </p:nvSpPr>
        <p:spPr>
          <a:xfrm>
            <a:off x="3365056" y="272454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4</a:t>
            </a:r>
            <a:endParaRPr lang="es-419" sz="1100" noProof="0" dirty="0"/>
          </a:p>
        </p:txBody>
      </p:sp>
      <p:sp>
        <p:nvSpPr>
          <p:cNvPr id="12" name="Rectángulo 11">
            <a:extLst>
              <a:ext uri="{FF2B5EF4-FFF2-40B4-BE49-F238E27FC236}">
                <a16:creationId xmlns:a16="http://schemas.microsoft.com/office/drawing/2014/main" id="{A7F557CF-2E83-D5F4-7181-760B224C43D1}"/>
              </a:ext>
            </a:extLst>
          </p:cNvPr>
          <p:cNvSpPr/>
          <p:nvPr/>
        </p:nvSpPr>
        <p:spPr>
          <a:xfrm>
            <a:off x="1087387" y="2641700"/>
            <a:ext cx="2242002" cy="24852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3" name="Rectángulo redondeado 15">
            <a:extLst>
              <a:ext uri="{FF2B5EF4-FFF2-40B4-BE49-F238E27FC236}">
                <a16:creationId xmlns:a16="http://schemas.microsoft.com/office/drawing/2014/main" id="{E893C31B-7D8C-81F9-16BC-D8EF7AE055BD}"/>
              </a:ext>
            </a:extLst>
          </p:cNvPr>
          <p:cNvSpPr/>
          <p:nvPr/>
        </p:nvSpPr>
        <p:spPr>
          <a:xfrm>
            <a:off x="6325490" y="1878482"/>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5</a:t>
            </a:r>
          </a:p>
        </p:txBody>
      </p:sp>
      <p:sp>
        <p:nvSpPr>
          <p:cNvPr id="14" name="Rectángulo 13">
            <a:extLst>
              <a:ext uri="{FF2B5EF4-FFF2-40B4-BE49-F238E27FC236}">
                <a16:creationId xmlns:a16="http://schemas.microsoft.com/office/drawing/2014/main" id="{20012E85-E9BE-B21C-E69B-AF9ADFAA2269}"/>
              </a:ext>
            </a:extLst>
          </p:cNvPr>
          <p:cNvSpPr/>
          <p:nvPr/>
        </p:nvSpPr>
        <p:spPr>
          <a:xfrm>
            <a:off x="4987847" y="1878483"/>
            <a:ext cx="1043490" cy="21639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5" name="Rectángulo 14">
            <a:extLst>
              <a:ext uri="{FF2B5EF4-FFF2-40B4-BE49-F238E27FC236}">
                <a16:creationId xmlns:a16="http://schemas.microsoft.com/office/drawing/2014/main" id="{1ECBDB06-FA4B-840A-90D0-C53E55430450}"/>
              </a:ext>
            </a:extLst>
          </p:cNvPr>
          <p:cNvSpPr/>
          <p:nvPr/>
        </p:nvSpPr>
        <p:spPr>
          <a:xfrm>
            <a:off x="5063922" y="2156065"/>
            <a:ext cx="1129843"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6" name="Rectángulo redondeado 15">
            <a:extLst>
              <a:ext uri="{FF2B5EF4-FFF2-40B4-BE49-F238E27FC236}">
                <a16:creationId xmlns:a16="http://schemas.microsoft.com/office/drawing/2014/main" id="{6177BBF4-4733-360C-8666-C2FA405DA476}"/>
              </a:ext>
            </a:extLst>
          </p:cNvPr>
          <p:cNvSpPr/>
          <p:nvPr/>
        </p:nvSpPr>
        <p:spPr>
          <a:xfrm>
            <a:off x="6316055" y="2094880"/>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6</a:t>
            </a:r>
            <a:endParaRPr lang="es-419" sz="1100" noProof="0" dirty="0"/>
          </a:p>
        </p:txBody>
      </p:sp>
      <p:sp>
        <p:nvSpPr>
          <p:cNvPr id="19" name="Título 3">
            <a:extLst>
              <a:ext uri="{FF2B5EF4-FFF2-40B4-BE49-F238E27FC236}">
                <a16:creationId xmlns:a16="http://schemas.microsoft.com/office/drawing/2014/main" id="{E31EFDC0-CEE6-F698-BFA8-367A2E90C89C}"/>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 Programar NRC (SSASECT)</a:t>
            </a:r>
            <a:br>
              <a:rPr lang="es-CL" dirty="0">
                <a:solidFill>
                  <a:schemeClr val="tx2"/>
                </a:solidFill>
              </a:rPr>
            </a:br>
            <a:endParaRPr lang="es-CL" dirty="0">
              <a:solidFill>
                <a:schemeClr val="tx2"/>
              </a:solidFill>
            </a:endParaRPr>
          </a:p>
        </p:txBody>
      </p:sp>
    </p:spTree>
    <p:extLst>
      <p:ext uri="{BB962C8B-B14F-4D97-AF65-F5344CB8AC3E}">
        <p14:creationId xmlns:p14="http://schemas.microsoft.com/office/powerpoint/2010/main" val="3387239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8F3B37-88AF-874A-AF59-60E2CC8CEE00}"/>
            </a:ext>
          </a:extLst>
        </p:cNvPr>
        <p:cNvGrpSpPr/>
        <p:nvPr/>
      </p:nvGrpSpPr>
      <p:grpSpPr>
        <a:xfrm>
          <a:off x="0" y="0"/>
          <a:ext cx="0" cy="0"/>
          <a:chOff x="0" y="0"/>
          <a:chExt cx="0" cy="0"/>
        </a:xfrm>
      </p:grpSpPr>
      <p:pic>
        <p:nvPicPr>
          <p:cNvPr id="4" name="Imagen 3">
            <a:extLst>
              <a:ext uri="{FF2B5EF4-FFF2-40B4-BE49-F238E27FC236}">
                <a16:creationId xmlns:a16="http://schemas.microsoft.com/office/drawing/2014/main" id="{64628964-D59C-D223-70DB-742D6912F7F6}"/>
              </a:ext>
            </a:extLst>
          </p:cNvPr>
          <p:cNvPicPr>
            <a:picLocks noChangeAspect="1"/>
          </p:cNvPicPr>
          <p:nvPr/>
        </p:nvPicPr>
        <p:blipFill>
          <a:blip r:embed="rId2"/>
          <a:stretch>
            <a:fillRect/>
          </a:stretch>
        </p:blipFill>
        <p:spPr>
          <a:xfrm>
            <a:off x="516634" y="795863"/>
            <a:ext cx="11314007" cy="4929928"/>
          </a:xfrm>
          <a:prstGeom prst="rect">
            <a:avLst/>
          </a:prstGeom>
        </p:spPr>
      </p:pic>
      <p:sp>
        <p:nvSpPr>
          <p:cNvPr id="3" name="Marcador de texto vertical 2">
            <a:extLst>
              <a:ext uri="{FF2B5EF4-FFF2-40B4-BE49-F238E27FC236}">
                <a16:creationId xmlns:a16="http://schemas.microsoft.com/office/drawing/2014/main" id="{215D4A8A-DCD6-FA05-2F1C-099C3368EC64}"/>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2" name="Rectángulo redondeado 5">
            <a:extLst>
              <a:ext uri="{FF2B5EF4-FFF2-40B4-BE49-F238E27FC236}">
                <a16:creationId xmlns:a16="http://schemas.microsoft.com/office/drawing/2014/main" id="{B2952694-23F5-DF18-5B57-F2C77978CD06}"/>
              </a:ext>
            </a:extLst>
          </p:cNvPr>
          <p:cNvSpPr/>
          <p:nvPr/>
        </p:nvSpPr>
        <p:spPr>
          <a:xfrm>
            <a:off x="1843980" y="3364344"/>
            <a:ext cx="8018088" cy="2184541"/>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7"/>
            </a:pPr>
            <a:r>
              <a:rPr lang="es-419" sz="1200" dirty="0"/>
              <a:t>Ingrese el Tipo de horario que corresponde a la sección que se está creando. Estos valores vienen definidos según el Catálogo de cursos. Si la asignatura tiene más de un tipo de horario, seleccione el principal de la asignatura.</a:t>
            </a:r>
          </a:p>
          <a:p>
            <a:pPr marL="228600" indent="-228600">
              <a:buFont typeface="+mj-lt"/>
              <a:buAutoNum type="arabicPeriod" startAt="7"/>
            </a:pPr>
            <a:r>
              <a:rPr lang="es-419" sz="1200" dirty="0"/>
              <a:t>En el campo Método educativo se desplegará el método que corresponda al tipo de horario según lo establecido en el catálogo de cursos.</a:t>
            </a:r>
          </a:p>
          <a:p>
            <a:pPr marL="228600" indent="-228600">
              <a:buFont typeface="+mj-lt"/>
              <a:buAutoNum type="arabicPeriod" startAt="7"/>
            </a:pPr>
            <a:r>
              <a:rPr lang="es-419" sz="1200" dirty="0"/>
              <a:t>Ingrese o seleccione el Modo de calificar de la sección. Los posibles valores han sido definidos desde el Catálogo de cursos. Es un campo obligatorio.</a:t>
            </a:r>
          </a:p>
          <a:p>
            <a:pPr marL="228600" indent="-228600">
              <a:buFont typeface="+mj-lt"/>
              <a:buAutoNum type="arabicPeriod" startAt="7"/>
            </a:pPr>
            <a:r>
              <a:rPr lang="es-419" sz="1200" dirty="0"/>
              <a:t>Ingrese la sesión o jornada en la que se imparte la sección que se está creando.</a:t>
            </a:r>
          </a:p>
          <a:p>
            <a:pPr marL="268288"/>
            <a:endParaRPr lang="es-419" sz="1100" dirty="0"/>
          </a:p>
        </p:txBody>
      </p:sp>
      <p:sp>
        <p:nvSpPr>
          <p:cNvPr id="11" name="Rectángulo redondeado 15">
            <a:extLst>
              <a:ext uri="{FF2B5EF4-FFF2-40B4-BE49-F238E27FC236}">
                <a16:creationId xmlns:a16="http://schemas.microsoft.com/office/drawing/2014/main" id="{71702F6F-2AAB-86FB-4AFC-A805DE594095}"/>
              </a:ext>
            </a:extLst>
          </p:cNvPr>
          <p:cNvSpPr/>
          <p:nvPr/>
        </p:nvSpPr>
        <p:spPr>
          <a:xfrm>
            <a:off x="9529730" y="1814849"/>
            <a:ext cx="332338" cy="156449"/>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9</a:t>
            </a:r>
          </a:p>
        </p:txBody>
      </p:sp>
      <p:sp>
        <p:nvSpPr>
          <p:cNvPr id="12" name="Rectángulo 11">
            <a:extLst>
              <a:ext uri="{FF2B5EF4-FFF2-40B4-BE49-F238E27FC236}">
                <a16:creationId xmlns:a16="http://schemas.microsoft.com/office/drawing/2014/main" id="{8644CC52-CCDF-903B-C2BC-D5E78CC0016B}"/>
              </a:ext>
            </a:extLst>
          </p:cNvPr>
          <p:cNvSpPr/>
          <p:nvPr/>
        </p:nvSpPr>
        <p:spPr>
          <a:xfrm>
            <a:off x="8048446" y="1805613"/>
            <a:ext cx="1504694" cy="1564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3" name="Rectángulo redondeado 15">
            <a:extLst>
              <a:ext uri="{FF2B5EF4-FFF2-40B4-BE49-F238E27FC236}">
                <a16:creationId xmlns:a16="http://schemas.microsoft.com/office/drawing/2014/main" id="{885FA489-07EC-B2F7-2225-64FB4A80F478}"/>
              </a:ext>
            </a:extLst>
          </p:cNvPr>
          <p:cNvSpPr/>
          <p:nvPr/>
        </p:nvSpPr>
        <p:spPr>
          <a:xfrm>
            <a:off x="5839493" y="2167095"/>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7</a:t>
            </a:r>
          </a:p>
        </p:txBody>
      </p:sp>
      <p:sp>
        <p:nvSpPr>
          <p:cNvPr id="14" name="Rectángulo 13">
            <a:extLst>
              <a:ext uri="{FF2B5EF4-FFF2-40B4-BE49-F238E27FC236}">
                <a16:creationId xmlns:a16="http://schemas.microsoft.com/office/drawing/2014/main" id="{295A5A28-5BB0-373B-AEF3-E51E71FADCCB}"/>
              </a:ext>
            </a:extLst>
          </p:cNvPr>
          <p:cNvSpPr/>
          <p:nvPr/>
        </p:nvSpPr>
        <p:spPr>
          <a:xfrm>
            <a:off x="4425351" y="2140405"/>
            <a:ext cx="1375571" cy="188327"/>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5" name="Rectángulo 14">
            <a:extLst>
              <a:ext uri="{FF2B5EF4-FFF2-40B4-BE49-F238E27FC236}">
                <a16:creationId xmlns:a16="http://schemas.microsoft.com/office/drawing/2014/main" id="{1BEE7DEF-AD5C-A6F6-C43E-2499FD27C58E}"/>
              </a:ext>
            </a:extLst>
          </p:cNvPr>
          <p:cNvSpPr/>
          <p:nvPr/>
        </p:nvSpPr>
        <p:spPr>
          <a:xfrm>
            <a:off x="4420738" y="2343523"/>
            <a:ext cx="1375571" cy="16568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6" name="Rectángulo redondeado 15">
            <a:extLst>
              <a:ext uri="{FF2B5EF4-FFF2-40B4-BE49-F238E27FC236}">
                <a16:creationId xmlns:a16="http://schemas.microsoft.com/office/drawing/2014/main" id="{38B01AA9-E899-6FA5-E0CF-3E321524CAB8}"/>
              </a:ext>
            </a:extLst>
          </p:cNvPr>
          <p:cNvSpPr/>
          <p:nvPr/>
        </p:nvSpPr>
        <p:spPr>
          <a:xfrm>
            <a:off x="5834878" y="2347203"/>
            <a:ext cx="261122" cy="165685"/>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8</a:t>
            </a:r>
          </a:p>
        </p:txBody>
      </p:sp>
      <p:sp>
        <p:nvSpPr>
          <p:cNvPr id="17" name="Título 3">
            <a:extLst>
              <a:ext uri="{FF2B5EF4-FFF2-40B4-BE49-F238E27FC236}">
                <a16:creationId xmlns:a16="http://schemas.microsoft.com/office/drawing/2014/main" id="{2503B386-A46C-E9BA-B69C-1DEBA5557B90}"/>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 Programar NRC (SSASECT)</a:t>
            </a:r>
            <a:br>
              <a:rPr lang="es-CL" dirty="0">
                <a:solidFill>
                  <a:schemeClr val="tx2"/>
                </a:solidFill>
              </a:rPr>
            </a:br>
            <a:endParaRPr lang="es-CL" dirty="0">
              <a:solidFill>
                <a:schemeClr val="tx2"/>
              </a:solidFill>
            </a:endParaRPr>
          </a:p>
        </p:txBody>
      </p:sp>
      <p:sp>
        <p:nvSpPr>
          <p:cNvPr id="18" name="Rectángulo redondeado 15">
            <a:extLst>
              <a:ext uri="{FF2B5EF4-FFF2-40B4-BE49-F238E27FC236}">
                <a16:creationId xmlns:a16="http://schemas.microsoft.com/office/drawing/2014/main" id="{0CD3C3DB-7A4F-60BB-B263-A91F050BF9BB}"/>
              </a:ext>
            </a:extLst>
          </p:cNvPr>
          <p:cNvSpPr/>
          <p:nvPr/>
        </p:nvSpPr>
        <p:spPr>
          <a:xfrm>
            <a:off x="9494313" y="2002648"/>
            <a:ext cx="476085" cy="130286"/>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10</a:t>
            </a:r>
            <a:endParaRPr lang="es-419" sz="1100" noProof="0" dirty="0"/>
          </a:p>
        </p:txBody>
      </p:sp>
      <p:sp>
        <p:nvSpPr>
          <p:cNvPr id="19" name="Rectángulo 18">
            <a:extLst>
              <a:ext uri="{FF2B5EF4-FFF2-40B4-BE49-F238E27FC236}">
                <a16:creationId xmlns:a16="http://schemas.microsoft.com/office/drawing/2014/main" id="{A6979B52-B18A-2EC5-3091-9EFF4E783078}"/>
              </a:ext>
            </a:extLst>
          </p:cNvPr>
          <p:cNvSpPr/>
          <p:nvPr/>
        </p:nvSpPr>
        <p:spPr>
          <a:xfrm>
            <a:off x="8053070" y="1976485"/>
            <a:ext cx="1504694" cy="1564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13908436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7CA6F2-1432-EC31-498A-223614AEFE7A}"/>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5BDB7E6D-E81E-88AD-C195-C6643817CB05}"/>
              </a:ext>
            </a:extLst>
          </p:cNvPr>
          <p:cNvPicPr>
            <a:picLocks noChangeAspect="1"/>
          </p:cNvPicPr>
          <p:nvPr/>
        </p:nvPicPr>
        <p:blipFill>
          <a:blip r:embed="rId2"/>
          <a:stretch>
            <a:fillRect/>
          </a:stretch>
        </p:blipFill>
        <p:spPr>
          <a:xfrm>
            <a:off x="828776" y="964035"/>
            <a:ext cx="11314007" cy="4929928"/>
          </a:xfrm>
          <a:prstGeom prst="rect">
            <a:avLst/>
          </a:prstGeom>
        </p:spPr>
      </p:pic>
      <p:sp>
        <p:nvSpPr>
          <p:cNvPr id="3" name="Marcador de texto vertical 2">
            <a:extLst>
              <a:ext uri="{FF2B5EF4-FFF2-40B4-BE49-F238E27FC236}">
                <a16:creationId xmlns:a16="http://schemas.microsoft.com/office/drawing/2014/main" id="{7E98D666-EE10-2747-B884-1EE0726C107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2" name="Rectángulo redondeado 5">
            <a:extLst>
              <a:ext uri="{FF2B5EF4-FFF2-40B4-BE49-F238E27FC236}">
                <a16:creationId xmlns:a16="http://schemas.microsoft.com/office/drawing/2014/main" id="{465B651C-CAD0-70BF-AD20-F3E41D2408FD}"/>
              </a:ext>
            </a:extLst>
          </p:cNvPr>
          <p:cNvSpPr/>
          <p:nvPr/>
        </p:nvSpPr>
        <p:spPr>
          <a:xfrm>
            <a:off x="5138728" y="4451581"/>
            <a:ext cx="5804114" cy="11179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228600" indent="-228600">
              <a:buFont typeface="+mj-lt"/>
              <a:buAutoNum type="arabicPeriod" startAt="11"/>
            </a:pPr>
            <a:r>
              <a:rPr lang="es-419" sz="1200" dirty="0"/>
              <a:t>Se requiere asignar al NRC una parte de periodo en la cual se dictará, Las opciones son aquellas que fueron definidas en la configuración de SOATERM.</a:t>
            </a:r>
          </a:p>
          <a:p>
            <a:pPr marL="228600" indent="-228600">
              <a:buFont typeface="+mj-lt"/>
              <a:buAutoNum type="arabicPeriod" startAt="11"/>
            </a:pPr>
            <a:r>
              <a:rPr lang="es-419" sz="1200" dirty="0"/>
              <a:t>Se debe corroborar que la cantidad de horas créditos y horas de cobro asociadas a dicho NRC sean los requeridos en la programación.</a:t>
            </a:r>
          </a:p>
          <a:p>
            <a:pPr marL="228600" indent="-228600">
              <a:buFont typeface="+mj-lt"/>
              <a:buAutoNum type="arabicPeriod" startAt="11"/>
            </a:pPr>
            <a:r>
              <a:rPr lang="es-419" sz="1200" dirty="0"/>
              <a:t>Desplace la página hacia abajo.</a:t>
            </a:r>
          </a:p>
        </p:txBody>
      </p:sp>
      <p:sp>
        <p:nvSpPr>
          <p:cNvPr id="13" name="Rectángulo redondeado 15">
            <a:extLst>
              <a:ext uri="{FF2B5EF4-FFF2-40B4-BE49-F238E27FC236}">
                <a16:creationId xmlns:a16="http://schemas.microsoft.com/office/drawing/2014/main" id="{2D63F5AF-ECB9-F4AD-AF0F-A28CDC3A472B}"/>
              </a:ext>
            </a:extLst>
          </p:cNvPr>
          <p:cNvSpPr/>
          <p:nvPr/>
        </p:nvSpPr>
        <p:spPr>
          <a:xfrm>
            <a:off x="4670847" y="3403005"/>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11</a:t>
            </a:r>
          </a:p>
        </p:txBody>
      </p:sp>
      <p:sp>
        <p:nvSpPr>
          <p:cNvPr id="14" name="Rectángulo 13">
            <a:extLst>
              <a:ext uri="{FF2B5EF4-FFF2-40B4-BE49-F238E27FC236}">
                <a16:creationId xmlns:a16="http://schemas.microsoft.com/office/drawing/2014/main" id="{497BD7B4-A98B-BAD3-7C12-E1837D8C1737}"/>
              </a:ext>
            </a:extLst>
          </p:cNvPr>
          <p:cNvSpPr/>
          <p:nvPr/>
        </p:nvSpPr>
        <p:spPr>
          <a:xfrm>
            <a:off x="828776" y="3327774"/>
            <a:ext cx="3803133" cy="326722"/>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7" name="Título 3">
            <a:extLst>
              <a:ext uri="{FF2B5EF4-FFF2-40B4-BE49-F238E27FC236}">
                <a16:creationId xmlns:a16="http://schemas.microsoft.com/office/drawing/2014/main" id="{3C739516-8BFA-4ABB-A7B7-811A153F948E}"/>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 Programar NRC (SSASECT)</a:t>
            </a:r>
            <a:br>
              <a:rPr lang="es-CL" dirty="0">
                <a:solidFill>
                  <a:schemeClr val="tx2"/>
                </a:solidFill>
              </a:rPr>
            </a:br>
            <a:endParaRPr lang="es-CL" dirty="0">
              <a:solidFill>
                <a:schemeClr val="tx2"/>
              </a:solidFill>
            </a:endParaRPr>
          </a:p>
        </p:txBody>
      </p:sp>
      <p:sp>
        <p:nvSpPr>
          <p:cNvPr id="4" name="Rectángulo redondeado 15">
            <a:extLst>
              <a:ext uri="{FF2B5EF4-FFF2-40B4-BE49-F238E27FC236}">
                <a16:creationId xmlns:a16="http://schemas.microsoft.com/office/drawing/2014/main" id="{AFF776B8-8DED-2A7E-D913-7DA3259ACE3E}"/>
              </a:ext>
            </a:extLst>
          </p:cNvPr>
          <p:cNvSpPr/>
          <p:nvPr/>
        </p:nvSpPr>
        <p:spPr>
          <a:xfrm>
            <a:off x="4626700" y="5385132"/>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12</a:t>
            </a:r>
          </a:p>
        </p:txBody>
      </p:sp>
      <p:sp>
        <p:nvSpPr>
          <p:cNvPr id="5" name="Rectángulo 4">
            <a:extLst>
              <a:ext uri="{FF2B5EF4-FFF2-40B4-BE49-F238E27FC236}">
                <a16:creationId xmlns:a16="http://schemas.microsoft.com/office/drawing/2014/main" id="{377E439A-815C-B34F-508C-3DE8AA60AEBC}"/>
              </a:ext>
            </a:extLst>
          </p:cNvPr>
          <p:cNvSpPr/>
          <p:nvPr/>
        </p:nvSpPr>
        <p:spPr>
          <a:xfrm>
            <a:off x="828776" y="5010553"/>
            <a:ext cx="3646370" cy="102340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6" name="Rectángulo redondeado 15">
            <a:extLst>
              <a:ext uri="{FF2B5EF4-FFF2-40B4-BE49-F238E27FC236}">
                <a16:creationId xmlns:a16="http://schemas.microsoft.com/office/drawing/2014/main" id="{85640DE1-DE01-24A8-EDE0-081938356249}"/>
              </a:ext>
            </a:extLst>
          </p:cNvPr>
          <p:cNvSpPr/>
          <p:nvPr/>
        </p:nvSpPr>
        <p:spPr>
          <a:xfrm>
            <a:off x="11661860" y="3851381"/>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13</a:t>
            </a:r>
          </a:p>
        </p:txBody>
      </p:sp>
      <p:sp>
        <p:nvSpPr>
          <p:cNvPr id="8" name="Flecha: hacia abajo 7">
            <a:extLst>
              <a:ext uri="{FF2B5EF4-FFF2-40B4-BE49-F238E27FC236}">
                <a16:creationId xmlns:a16="http://schemas.microsoft.com/office/drawing/2014/main" id="{558CC1E0-A1C7-DA47-312F-BF850DD7AE4F}"/>
              </a:ext>
            </a:extLst>
          </p:cNvPr>
          <p:cNvSpPr/>
          <p:nvPr/>
        </p:nvSpPr>
        <p:spPr>
          <a:xfrm>
            <a:off x="12022334" y="3745548"/>
            <a:ext cx="120449" cy="387927"/>
          </a:xfrm>
          <a:prstGeom prst="down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419"/>
          </a:p>
        </p:txBody>
      </p:sp>
    </p:spTree>
    <p:extLst>
      <p:ext uri="{BB962C8B-B14F-4D97-AF65-F5344CB8AC3E}">
        <p14:creationId xmlns:p14="http://schemas.microsoft.com/office/powerpoint/2010/main" val="406036701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52F522-B8D3-7088-AB65-24DDBA0251BB}"/>
            </a:ext>
          </a:extLst>
        </p:cNvPr>
        <p:cNvGrpSpPr/>
        <p:nvPr/>
      </p:nvGrpSpPr>
      <p:grpSpPr>
        <a:xfrm>
          <a:off x="0" y="0"/>
          <a:ext cx="0" cy="0"/>
          <a:chOff x="0" y="0"/>
          <a:chExt cx="0" cy="0"/>
        </a:xfrm>
      </p:grpSpPr>
      <p:pic>
        <p:nvPicPr>
          <p:cNvPr id="9" name="Imagen 8">
            <a:extLst>
              <a:ext uri="{FF2B5EF4-FFF2-40B4-BE49-F238E27FC236}">
                <a16:creationId xmlns:a16="http://schemas.microsoft.com/office/drawing/2014/main" id="{6FF67597-3838-3CCB-7867-4E806ED32160}"/>
              </a:ext>
            </a:extLst>
          </p:cNvPr>
          <p:cNvPicPr>
            <a:picLocks noChangeAspect="1"/>
          </p:cNvPicPr>
          <p:nvPr/>
        </p:nvPicPr>
        <p:blipFill>
          <a:blip r:embed="rId2"/>
          <a:stretch>
            <a:fillRect/>
          </a:stretch>
        </p:blipFill>
        <p:spPr>
          <a:xfrm>
            <a:off x="925578" y="896332"/>
            <a:ext cx="11061940" cy="4793894"/>
          </a:xfrm>
          <a:prstGeom prst="rect">
            <a:avLst/>
          </a:prstGeom>
        </p:spPr>
      </p:pic>
      <p:sp>
        <p:nvSpPr>
          <p:cNvPr id="3" name="Marcador de texto vertical 2">
            <a:extLst>
              <a:ext uri="{FF2B5EF4-FFF2-40B4-BE49-F238E27FC236}">
                <a16:creationId xmlns:a16="http://schemas.microsoft.com/office/drawing/2014/main" id="{663E11BC-44FD-7C32-510A-C7B5716C817D}"/>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2" name="Rectángulo redondeado 5">
            <a:extLst>
              <a:ext uri="{FF2B5EF4-FFF2-40B4-BE49-F238E27FC236}">
                <a16:creationId xmlns:a16="http://schemas.microsoft.com/office/drawing/2014/main" id="{CB79F71D-A4C3-23D4-0D8F-7563736EBAC7}"/>
              </a:ext>
            </a:extLst>
          </p:cNvPr>
          <p:cNvSpPr/>
          <p:nvPr/>
        </p:nvSpPr>
        <p:spPr>
          <a:xfrm>
            <a:off x="3665591" y="2266656"/>
            <a:ext cx="7289957" cy="11179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Tipo de horario TEO</a:t>
            </a:r>
          </a:p>
          <a:p>
            <a:pPr marL="228600" indent="-228600">
              <a:buFont typeface="+mj-lt"/>
              <a:buAutoNum type="arabicPeriod" startAt="14"/>
            </a:pPr>
            <a:r>
              <a:rPr lang="es-419" sz="1200" dirty="0"/>
              <a:t>Verificar, si el NRC tendrá calificaciones, que esté activa la casilla Calificable.</a:t>
            </a:r>
          </a:p>
          <a:p>
            <a:pPr marL="228600" indent="-228600">
              <a:buFont typeface="+mj-lt"/>
              <a:buAutoNum type="arabicPeriod" startAt="14"/>
            </a:pPr>
            <a:r>
              <a:rPr lang="es-419" sz="1200" dirty="0"/>
              <a:t>Si  el número de horas de cobro se van a incluir en el cobro. No marcar Dispensa de colegiatura y cuotas</a:t>
            </a:r>
          </a:p>
          <a:p>
            <a:pPr marL="228600" indent="-228600">
              <a:buFont typeface="+mj-lt"/>
              <a:buAutoNum type="arabicPeriod" startAt="14"/>
            </a:pPr>
            <a:r>
              <a:rPr lang="es-419" sz="1200" dirty="0"/>
              <a:t>Guardar la información</a:t>
            </a:r>
          </a:p>
        </p:txBody>
      </p:sp>
      <p:sp>
        <p:nvSpPr>
          <p:cNvPr id="13" name="Rectángulo redondeado 15">
            <a:extLst>
              <a:ext uri="{FF2B5EF4-FFF2-40B4-BE49-F238E27FC236}">
                <a16:creationId xmlns:a16="http://schemas.microsoft.com/office/drawing/2014/main" id="{BFCC4AB8-F22D-D4A0-1929-A5E1E1048879}"/>
              </a:ext>
            </a:extLst>
          </p:cNvPr>
          <p:cNvSpPr/>
          <p:nvPr/>
        </p:nvSpPr>
        <p:spPr>
          <a:xfrm>
            <a:off x="4857868" y="4799914"/>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14</a:t>
            </a:r>
          </a:p>
        </p:txBody>
      </p:sp>
      <p:sp>
        <p:nvSpPr>
          <p:cNvPr id="14" name="Rectángulo 13">
            <a:extLst>
              <a:ext uri="{FF2B5EF4-FFF2-40B4-BE49-F238E27FC236}">
                <a16:creationId xmlns:a16="http://schemas.microsoft.com/office/drawing/2014/main" id="{9C407D61-3578-DCBD-A2CE-117CDE1CF1B5}"/>
              </a:ext>
            </a:extLst>
          </p:cNvPr>
          <p:cNvSpPr/>
          <p:nvPr/>
        </p:nvSpPr>
        <p:spPr>
          <a:xfrm>
            <a:off x="5300409" y="4815703"/>
            <a:ext cx="2798618" cy="1762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7" name="Título 3">
            <a:extLst>
              <a:ext uri="{FF2B5EF4-FFF2-40B4-BE49-F238E27FC236}">
                <a16:creationId xmlns:a16="http://schemas.microsoft.com/office/drawing/2014/main" id="{024C3204-1BC4-598A-8E1F-89DB5B5610FE}"/>
              </a:ext>
            </a:extLst>
          </p:cNvPr>
          <p:cNvSpPr>
            <a:spLocks noGrp="1"/>
          </p:cNvSpPr>
          <p:nvPr>
            <p:ph type="title"/>
          </p:nvPr>
        </p:nvSpPr>
        <p:spPr>
          <a:xfrm>
            <a:off x="810247" y="327992"/>
            <a:ext cx="10271883" cy="626165"/>
          </a:xfrm>
        </p:spPr>
        <p:txBody>
          <a:bodyPr vert="horz" lIns="0" tIns="0" rIns="0" bIns="0" rtlCol="0" anchor="t" anchorCtr="0">
            <a:noAutofit/>
          </a:bodyPr>
          <a:lstStyle/>
          <a:p>
            <a:r>
              <a:rPr lang="es-ES_tradnl" dirty="0">
                <a:solidFill>
                  <a:schemeClr val="tx2"/>
                </a:solidFill>
              </a:rPr>
              <a:t> Programar NRC (SSASECT) – Tipo de horario TEORÍA</a:t>
            </a:r>
            <a:br>
              <a:rPr lang="es-CL" dirty="0">
                <a:solidFill>
                  <a:schemeClr val="tx2"/>
                </a:solidFill>
              </a:rPr>
            </a:br>
            <a:endParaRPr lang="es-CL" dirty="0">
              <a:solidFill>
                <a:schemeClr val="tx2"/>
              </a:solidFill>
            </a:endParaRPr>
          </a:p>
        </p:txBody>
      </p:sp>
      <p:sp>
        <p:nvSpPr>
          <p:cNvPr id="11" name="Rectángulo redondeado 15">
            <a:extLst>
              <a:ext uri="{FF2B5EF4-FFF2-40B4-BE49-F238E27FC236}">
                <a16:creationId xmlns:a16="http://schemas.microsoft.com/office/drawing/2014/main" id="{F3039E9A-E5B7-F61A-2ABA-22002A9AA236}"/>
              </a:ext>
            </a:extLst>
          </p:cNvPr>
          <p:cNvSpPr/>
          <p:nvPr/>
        </p:nvSpPr>
        <p:spPr>
          <a:xfrm>
            <a:off x="11004324" y="5546137"/>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16</a:t>
            </a:r>
          </a:p>
        </p:txBody>
      </p:sp>
      <p:sp>
        <p:nvSpPr>
          <p:cNvPr id="12" name="Rectángulo 11">
            <a:extLst>
              <a:ext uri="{FF2B5EF4-FFF2-40B4-BE49-F238E27FC236}">
                <a16:creationId xmlns:a16="http://schemas.microsoft.com/office/drawing/2014/main" id="{C91C2B76-7F6F-D810-5866-1CA92531D971}"/>
              </a:ext>
            </a:extLst>
          </p:cNvPr>
          <p:cNvSpPr/>
          <p:nvPr/>
        </p:nvSpPr>
        <p:spPr>
          <a:xfrm>
            <a:off x="11462501" y="5546137"/>
            <a:ext cx="499139" cy="17626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4" name="Rectángulo redondeado 15">
            <a:extLst>
              <a:ext uri="{FF2B5EF4-FFF2-40B4-BE49-F238E27FC236}">
                <a16:creationId xmlns:a16="http://schemas.microsoft.com/office/drawing/2014/main" id="{A4F32950-9E83-CA61-CAFE-5AA59A2BDBF3}"/>
              </a:ext>
            </a:extLst>
          </p:cNvPr>
          <p:cNvSpPr/>
          <p:nvPr/>
        </p:nvSpPr>
        <p:spPr>
          <a:xfrm>
            <a:off x="4830031" y="5029489"/>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15</a:t>
            </a:r>
          </a:p>
        </p:txBody>
      </p:sp>
      <p:sp>
        <p:nvSpPr>
          <p:cNvPr id="6" name="Rectángulo 5">
            <a:extLst>
              <a:ext uri="{FF2B5EF4-FFF2-40B4-BE49-F238E27FC236}">
                <a16:creationId xmlns:a16="http://schemas.microsoft.com/office/drawing/2014/main" id="{C78F9AAD-7288-ADBB-11B8-57F0A1CBD17E}"/>
              </a:ext>
            </a:extLst>
          </p:cNvPr>
          <p:cNvSpPr/>
          <p:nvPr/>
        </p:nvSpPr>
        <p:spPr>
          <a:xfrm>
            <a:off x="5300409" y="4985491"/>
            <a:ext cx="2798618" cy="1762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28196186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48AFC-012D-8F6B-4AED-487BBA0FFA28}"/>
            </a:ext>
          </a:extLst>
        </p:cNvPr>
        <p:cNvGrpSpPr/>
        <p:nvPr/>
      </p:nvGrpSpPr>
      <p:grpSpPr>
        <a:xfrm>
          <a:off x="0" y="0"/>
          <a:ext cx="0" cy="0"/>
          <a:chOff x="0" y="0"/>
          <a:chExt cx="0" cy="0"/>
        </a:xfrm>
      </p:grpSpPr>
      <p:pic>
        <p:nvPicPr>
          <p:cNvPr id="15" name="Imagen 14">
            <a:extLst>
              <a:ext uri="{FF2B5EF4-FFF2-40B4-BE49-F238E27FC236}">
                <a16:creationId xmlns:a16="http://schemas.microsoft.com/office/drawing/2014/main" id="{4E16791C-554B-5E86-974D-81E15AF61BEA}"/>
              </a:ext>
            </a:extLst>
          </p:cNvPr>
          <p:cNvPicPr>
            <a:picLocks noChangeAspect="1"/>
          </p:cNvPicPr>
          <p:nvPr/>
        </p:nvPicPr>
        <p:blipFill>
          <a:blip r:embed="rId2"/>
          <a:stretch>
            <a:fillRect/>
          </a:stretch>
        </p:blipFill>
        <p:spPr>
          <a:xfrm>
            <a:off x="897146" y="1057908"/>
            <a:ext cx="11070771" cy="4949492"/>
          </a:xfrm>
          <a:prstGeom prst="rect">
            <a:avLst/>
          </a:prstGeom>
        </p:spPr>
      </p:pic>
      <p:sp>
        <p:nvSpPr>
          <p:cNvPr id="3" name="Marcador de texto vertical 2">
            <a:extLst>
              <a:ext uri="{FF2B5EF4-FFF2-40B4-BE49-F238E27FC236}">
                <a16:creationId xmlns:a16="http://schemas.microsoft.com/office/drawing/2014/main" id="{F56D0E11-A23B-2AB2-7318-A9B7718AB29C}"/>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13" name="Rectángulo redondeado 15">
            <a:extLst>
              <a:ext uri="{FF2B5EF4-FFF2-40B4-BE49-F238E27FC236}">
                <a16:creationId xmlns:a16="http://schemas.microsoft.com/office/drawing/2014/main" id="{460BC28F-A0B5-18EB-D3E0-792B3E1E853D}"/>
              </a:ext>
            </a:extLst>
          </p:cNvPr>
          <p:cNvSpPr/>
          <p:nvPr/>
        </p:nvSpPr>
        <p:spPr>
          <a:xfrm>
            <a:off x="4995889" y="4996446"/>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17</a:t>
            </a:r>
          </a:p>
        </p:txBody>
      </p:sp>
      <p:sp>
        <p:nvSpPr>
          <p:cNvPr id="14" name="Rectángulo 13">
            <a:extLst>
              <a:ext uri="{FF2B5EF4-FFF2-40B4-BE49-F238E27FC236}">
                <a16:creationId xmlns:a16="http://schemas.microsoft.com/office/drawing/2014/main" id="{A97BC132-521F-805D-B9CF-6F754EA7D3C5}"/>
              </a:ext>
            </a:extLst>
          </p:cNvPr>
          <p:cNvSpPr/>
          <p:nvPr/>
        </p:nvSpPr>
        <p:spPr>
          <a:xfrm>
            <a:off x="5438430" y="5012235"/>
            <a:ext cx="2798618" cy="1762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7" name="Título 3">
            <a:extLst>
              <a:ext uri="{FF2B5EF4-FFF2-40B4-BE49-F238E27FC236}">
                <a16:creationId xmlns:a16="http://schemas.microsoft.com/office/drawing/2014/main" id="{5C0225BC-284E-AB6C-0AA6-92418A302767}"/>
              </a:ext>
            </a:extLst>
          </p:cNvPr>
          <p:cNvSpPr>
            <a:spLocks noGrp="1"/>
          </p:cNvSpPr>
          <p:nvPr>
            <p:ph type="title"/>
          </p:nvPr>
        </p:nvSpPr>
        <p:spPr>
          <a:xfrm>
            <a:off x="749862" y="129364"/>
            <a:ext cx="10271883" cy="626165"/>
          </a:xfrm>
        </p:spPr>
        <p:txBody>
          <a:bodyPr vert="horz" lIns="0" tIns="0" rIns="0" bIns="0" rtlCol="0" anchor="t" anchorCtr="0">
            <a:noAutofit/>
          </a:bodyPr>
          <a:lstStyle/>
          <a:p>
            <a:r>
              <a:rPr lang="es-ES_tradnl" dirty="0">
                <a:solidFill>
                  <a:schemeClr val="tx2"/>
                </a:solidFill>
              </a:rPr>
              <a:t> Programar NRC (SSASECT) Tipo de horario diferente a TEORÍA</a:t>
            </a:r>
            <a:br>
              <a:rPr lang="es-CL" dirty="0">
                <a:solidFill>
                  <a:schemeClr val="tx2"/>
                </a:solidFill>
              </a:rPr>
            </a:br>
            <a:endParaRPr lang="es-CL" dirty="0">
              <a:solidFill>
                <a:schemeClr val="tx2"/>
              </a:solidFill>
            </a:endParaRPr>
          </a:p>
        </p:txBody>
      </p:sp>
      <p:sp>
        <p:nvSpPr>
          <p:cNvPr id="11" name="Rectángulo redondeado 15">
            <a:extLst>
              <a:ext uri="{FF2B5EF4-FFF2-40B4-BE49-F238E27FC236}">
                <a16:creationId xmlns:a16="http://schemas.microsoft.com/office/drawing/2014/main" id="{78F538EF-A4C8-D995-1502-F7EC081868A6}"/>
              </a:ext>
            </a:extLst>
          </p:cNvPr>
          <p:cNvSpPr/>
          <p:nvPr/>
        </p:nvSpPr>
        <p:spPr>
          <a:xfrm>
            <a:off x="11148623" y="5720530"/>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19</a:t>
            </a:r>
          </a:p>
        </p:txBody>
      </p:sp>
      <p:sp>
        <p:nvSpPr>
          <p:cNvPr id="12" name="Rectángulo 11">
            <a:extLst>
              <a:ext uri="{FF2B5EF4-FFF2-40B4-BE49-F238E27FC236}">
                <a16:creationId xmlns:a16="http://schemas.microsoft.com/office/drawing/2014/main" id="{606B2B59-B9B1-FC90-01E3-45CCEFAEBEC5}"/>
              </a:ext>
            </a:extLst>
          </p:cNvPr>
          <p:cNvSpPr/>
          <p:nvPr/>
        </p:nvSpPr>
        <p:spPr>
          <a:xfrm>
            <a:off x="11529163" y="5720530"/>
            <a:ext cx="499139" cy="17626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4" name="Rectángulo redondeado 15">
            <a:extLst>
              <a:ext uri="{FF2B5EF4-FFF2-40B4-BE49-F238E27FC236}">
                <a16:creationId xmlns:a16="http://schemas.microsoft.com/office/drawing/2014/main" id="{00451A3A-5B71-0B50-9838-BB33CDAC891F}"/>
              </a:ext>
            </a:extLst>
          </p:cNvPr>
          <p:cNvSpPr/>
          <p:nvPr/>
        </p:nvSpPr>
        <p:spPr>
          <a:xfrm>
            <a:off x="4968052" y="5226021"/>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18</a:t>
            </a:r>
          </a:p>
        </p:txBody>
      </p:sp>
      <p:sp>
        <p:nvSpPr>
          <p:cNvPr id="6" name="Rectángulo 5">
            <a:extLst>
              <a:ext uri="{FF2B5EF4-FFF2-40B4-BE49-F238E27FC236}">
                <a16:creationId xmlns:a16="http://schemas.microsoft.com/office/drawing/2014/main" id="{34CEA047-5667-A90C-DA37-EDED3D1D2D58}"/>
              </a:ext>
            </a:extLst>
          </p:cNvPr>
          <p:cNvSpPr/>
          <p:nvPr/>
        </p:nvSpPr>
        <p:spPr>
          <a:xfrm>
            <a:off x="5438430" y="5182023"/>
            <a:ext cx="2798618" cy="1762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7" name="Rectángulo redondeado 5">
            <a:extLst>
              <a:ext uri="{FF2B5EF4-FFF2-40B4-BE49-F238E27FC236}">
                <a16:creationId xmlns:a16="http://schemas.microsoft.com/office/drawing/2014/main" id="{11D814A3-E96B-FA7F-F503-AB88B21E18E1}"/>
              </a:ext>
            </a:extLst>
          </p:cNvPr>
          <p:cNvSpPr/>
          <p:nvPr/>
        </p:nvSpPr>
        <p:spPr>
          <a:xfrm>
            <a:off x="4995889" y="5475085"/>
            <a:ext cx="4427181" cy="111794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17.  Verificar, si el NRC tendrá calificaciones, Generalmente no se activa la casilla Calificable.</a:t>
            </a:r>
          </a:p>
          <a:p>
            <a:r>
              <a:rPr lang="es-419" sz="1200" dirty="0"/>
              <a:t>18. El número de horas de cobro NO se van a incluir en el cobro.  Marcar Dispensa de colegiatura y cuotas</a:t>
            </a:r>
          </a:p>
          <a:p>
            <a:r>
              <a:rPr lang="es-419" sz="1200" dirty="0"/>
              <a:t>19. Guardar la información</a:t>
            </a:r>
          </a:p>
        </p:txBody>
      </p:sp>
      <p:sp>
        <p:nvSpPr>
          <p:cNvPr id="16" name="Rectángulo redondeado 5">
            <a:extLst>
              <a:ext uri="{FF2B5EF4-FFF2-40B4-BE49-F238E27FC236}">
                <a16:creationId xmlns:a16="http://schemas.microsoft.com/office/drawing/2014/main" id="{BDBDE8D3-27C6-DD8F-31FA-702E0FC3CFD4}"/>
              </a:ext>
            </a:extLst>
          </p:cNvPr>
          <p:cNvSpPr/>
          <p:nvPr/>
        </p:nvSpPr>
        <p:spPr>
          <a:xfrm>
            <a:off x="3882409" y="2414462"/>
            <a:ext cx="4427181" cy="1683085"/>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Se pueden modificar las horas de Crédito: para que no sume en el total de créditos inscritos por el estudiante</a:t>
            </a:r>
          </a:p>
          <a:p>
            <a:r>
              <a:rPr lang="es-419" sz="1200" dirty="0"/>
              <a:t>Se pueden modificar las horas de cobro para que no sume en el total de créditos a cobrar</a:t>
            </a:r>
          </a:p>
          <a:p>
            <a:endParaRPr lang="es-419" sz="1200" dirty="0"/>
          </a:p>
          <a:p>
            <a:r>
              <a:rPr lang="es-419" sz="1200" dirty="0"/>
              <a:t>IMPORTANTE: EL CURSO DEBE TENER CRÉDITOS VARIABLES EN SCACRSE. </a:t>
            </a:r>
          </a:p>
        </p:txBody>
      </p:sp>
    </p:spTree>
    <p:extLst>
      <p:ext uri="{BB962C8B-B14F-4D97-AF65-F5344CB8AC3E}">
        <p14:creationId xmlns:p14="http://schemas.microsoft.com/office/powerpoint/2010/main" val="40191466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8F35482E-4AE7-F0A2-13C5-C7175B0DCC56}"/>
              </a:ext>
            </a:extLst>
          </p:cNvPr>
          <p:cNvPicPr>
            <a:picLocks noChangeAspect="1"/>
          </p:cNvPicPr>
          <p:nvPr/>
        </p:nvPicPr>
        <p:blipFill>
          <a:blip r:embed="rId2"/>
          <a:stretch>
            <a:fillRect/>
          </a:stretch>
        </p:blipFill>
        <p:spPr>
          <a:xfrm>
            <a:off x="635764" y="854015"/>
            <a:ext cx="11556236" cy="4975099"/>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br>
              <a:rPr lang="es-CL" dirty="0">
                <a:solidFill>
                  <a:schemeClr val="tx2"/>
                </a:solidFill>
              </a:rPr>
            </a:br>
            <a:br>
              <a:rPr lang="es-CL" b="1" dirty="0">
                <a:effectLst/>
              </a:rPr>
            </a:br>
            <a:endParaRPr lang="es-CL" dirty="0"/>
          </a:p>
        </p:txBody>
      </p:sp>
      <p:sp>
        <p:nvSpPr>
          <p:cNvPr id="10" name="Rectángulo redondeado 5">
            <a:extLst>
              <a:ext uri="{FF2B5EF4-FFF2-40B4-BE49-F238E27FC236}">
                <a16:creationId xmlns:a16="http://schemas.microsoft.com/office/drawing/2014/main" id="{ACA3836E-4E0F-74F4-F518-D7898C3BB892}"/>
              </a:ext>
            </a:extLst>
          </p:cNvPr>
          <p:cNvSpPr/>
          <p:nvPr/>
        </p:nvSpPr>
        <p:spPr>
          <a:xfrm>
            <a:off x="2258291" y="3588853"/>
            <a:ext cx="8018088" cy="90637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Una vez la asignatura sea configurada, tras realizar el guardado de la configuración, se generará el valor único del NRC para el periodo académico en consideración.</a:t>
            </a:r>
            <a:endParaRPr lang="es-419" sz="1400" dirty="0"/>
          </a:p>
        </p:txBody>
      </p:sp>
      <p:sp>
        <p:nvSpPr>
          <p:cNvPr id="8" name="Rectángulo 7">
            <a:extLst>
              <a:ext uri="{FF2B5EF4-FFF2-40B4-BE49-F238E27FC236}">
                <a16:creationId xmlns:a16="http://schemas.microsoft.com/office/drawing/2014/main" id="{DF2C9833-2F2F-BF08-6D8E-18706DB9F584}"/>
              </a:ext>
            </a:extLst>
          </p:cNvPr>
          <p:cNvSpPr/>
          <p:nvPr/>
        </p:nvSpPr>
        <p:spPr>
          <a:xfrm>
            <a:off x="635764" y="1261001"/>
            <a:ext cx="5601134" cy="300379"/>
          </a:xfrm>
          <a:prstGeom prst="rect">
            <a:avLst/>
          </a:prstGeom>
          <a:noFill/>
          <a:ln w="38100">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s-CL" dirty="0"/>
          </a:p>
        </p:txBody>
      </p:sp>
    </p:spTree>
    <p:extLst>
      <p:ext uri="{BB962C8B-B14F-4D97-AF65-F5344CB8AC3E}">
        <p14:creationId xmlns:p14="http://schemas.microsoft.com/office/powerpoint/2010/main" val="9544332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a:extLst>
              <a:ext uri="{FF2B5EF4-FFF2-40B4-BE49-F238E27FC236}">
                <a16:creationId xmlns:a16="http://schemas.microsoft.com/office/drawing/2014/main" id="{DD7072A0-1330-14E2-DED5-7AD18B811379}"/>
              </a:ext>
            </a:extLst>
          </p:cNvPr>
          <p:cNvPicPr>
            <a:picLocks noChangeAspect="1"/>
          </p:cNvPicPr>
          <p:nvPr/>
        </p:nvPicPr>
        <p:blipFill>
          <a:blip r:embed="rId2"/>
          <a:stretch>
            <a:fillRect/>
          </a:stretch>
        </p:blipFill>
        <p:spPr>
          <a:xfrm>
            <a:off x="983410" y="791150"/>
            <a:ext cx="10853343" cy="4691957"/>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br>
              <a:rPr lang="es-CL" dirty="0">
                <a:solidFill>
                  <a:schemeClr val="tx2"/>
                </a:solidFill>
              </a:rPr>
            </a:br>
            <a:br>
              <a:rPr lang="es-CL" b="1" dirty="0">
                <a:effectLst/>
              </a:rPr>
            </a:br>
            <a:endParaRPr lang="es-CL" dirty="0"/>
          </a:p>
        </p:txBody>
      </p:sp>
      <p:sp>
        <p:nvSpPr>
          <p:cNvPr id="15" name="Rectángulo redondeado 5">
            <a:extLst>
              <a:ext uri="{FF2B5EF4-FFF2-40B4-BE49-F238E27FC236}">
                <a16:creationId xmlns:a16="http://schemas.microsoft.com/office/drawing/2014/main" id="{7C7B1ADF-88DA-6919-CD06-A0EBE330BE9D}"/>
              </a:ext>
            </a:extLst>
          </p:cNvPr>
          <p:cNvSpPr/>
          <p:nvPr/>
        </p:nvSpPr>
        <p:spPr>
          <a:xfrm>
            <a:off x="2195618" y="4451927"/>
            <a:ext cx="5978564" cy="1117663"/>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En la pestaña Información de ingreso de sección, Subpestaña Detalles de Ingreso: </a:t>
            </a:r>
          </a:p>
          <a:p>
            <a:pPr marL="228600" indent="-228600">
              <a:buFont typeface="+mj-lt"/>
              <a:buAutoNum type="arabicPeriod" startAt="16"/>
            </a:pPr>
            <a:r>
              <a:rPr lang="es-ES_tradnl" sz="1200" dirty="0"/>
              <a:t>Ingresar cupos máximos para el NRC.</a:t>
            </a:r>
          </a:p>
          <a:p>
            <a:pPr marL="228600" indent="-228600">
              <a:buFont typeface="+mj-lt"/>
              <a:buAutoNum type="arabicPeriod" startAt="16"/>
            </a:pPr>
            <a:r>
              <a:rPr lang="es-ES_tradnl" sz="1200" dirty="0"/>
              <a:t>Guarde la información.</a:t>
            </a:r>
          </a:p>
        </p:txBody>
      </p:sp>
      <p:sp>
        <p:nvSpPr>
          <p:cNvPr id="19" name="Rectángulo redondeado 15">
            <a:extLst>
              <a:ext uri="{FF2B5EF4-FFF2-40B4-BE49-F238E27FC236}">
                <a16:creationId xmlns:a16="http://schemas.microsoft.com/office/drawing/2014/main" id="{BEE51437-4609-95A0-A6B9-0ABAC18D9F61}"/>
              </a:ext>
            </a:extLst>
          </p:cNvPr>
          <p:cNvSpPr/>
          <p:nvPr/>
        </p:nvSpPr>
        <p:spPr>
          <a:xfrm>
            <a:off x="3136292" y="2724086"/>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a:t>
            </a:r>
            <a:r>
              <a:rPr lang="es-419" sz="1100" dirty="0"/>
              <a:t>6</a:t>
            </a:r>
            <a:endParaRPr lang="es-419" sz="1100" noProof="0" dirty="0"/>
          </a:p>
        </p:txBody>
      </p:sp>
      <p:sp>
        <p:nvSpPr>
          <p:cNvPr id="20" name="Rectángulo 19">
            <a:extLst>
              <a:ext uri="{FF2B5EF4-FFF2-40B4-BE49-F238E27FC236}">
                <a16:creationId xmlns:a16="http://schemas.microsoft.com/office/drawing/2014/main" id="{E80DD8E1-E686-86C5-0397-776069AB7191}"/>
              </a:ext>
            </a:extLst>
          </p:cNvPr>
          <p:cNvSpPr/>
          <p:nvPr/>
        </p:nvSpPr>
        <p:spPr>
          <a:xfrm>
            <a:off x="3510101" y="2700360"/>
            <a:ext cx="954264" cy="18832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1" name="Rectángulo 20">
            <a:extLst>
              <a:ext uri="{FF2B5EF4-FFF2-40B4-BE49-F238E27FC236}">
                <a16:creationId xmlns:a16="http://schemas.microsoft.com/office/drawing/2014/main" id="{F2C8435D-2931-2CB5-8B6F-75C96959CFF8}"/>
              </a:ext>
            </a:extLst>
          </p:cNvPr>
          <p:cNvSpPr/>
          <p:nvPr/>
        </p:nvSpPr>
        <p:spPr>
          <a:xfrm>
            <a:off x="2744179" y="1491789"/>
            <a:ext cx="1862327" cy="17626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2" name="Rectángulo redondeado 15">
            <a:extLst>
              <a:ext uri="{FF2B5EF4-FFF2-40B4-BE49-F238E27FC236}">
                <a16:creationId xmlns:a16="http://schemas.microsoft.com/office/drawing/2014/main" id="{6D9B5D18-25C8-7E81-D915-5179AEF6F3B5}"/>
              </a:ext>
            </a:extLst>
          </p:cNvPr>
          <p:cNvSpPr/>
          <p:nvPr/>
        </p:nvSpPr>
        <p:spPr>
          <a:xfrm>
            <a:off x="10721656" y="5139287"/>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17</a:t>
            </a:r>
          </a:p>
        </p:txBody>
      </p:sp>
      <p:sp>
        <p:nvSpPr>
          <p:cNvPr id="23" name="Rectángulo 22">
            <a:extLst>
              <a:ext uri="{FF2B5EF4-FFF2-40B4-BE49-F238E27FC236}">
                <a16:creationId xmlns:a16="http://schemas.microsoft.com/office/drawing/2014/main" id="{A257BB20-B12C-E328-6B18-90DBEDB0506E}"/>
              </a:ext>
            </a:extLst>
          </p:cNvPr>
          <p:cNvSpPr/>
          <p:nvPr/>
        </p:nvSpPr>
        <p:spPr>
          <a:xfrm>
            <a:off x="11202425" y="5102726"/>
            <a:ext cx="507027" cy="2493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 name="Rectángulo 1">
            <a:extLst>
              <a:ext uri="{FF2B5EF4-FFF2-40B4-BE49-F238E27FC236}">
                <a16:creationId xmlns:a16="http://schemas.microsoft.com/office/drawing/2014/main" id="{A27AE27C-64EF-1061-B8BF-6A3D43E1E587}"/>
              </a:ext>
            </a:extLst>
          </p:cNvPr>
          <p:cNvSpPr/>
          <p:nvPr/>
        </p:nvSpPr>
        <p:spPr>
          <a:xfrm>
            <a:off x="1789915" y="3576144"/>
            <a:ext cx="954264" cy="18832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39244239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ECD39E-A5F7-ACFF-3DB8-A114390C0E60}"/>
            </a:ext>
          </a:extLst>
        </p:cNvPr>
        <p:cNvGrpSpPr/>
        <p:nvPr/>
      </p:nvGrpSpPr>
      <p:grpSpPr>
        <a:xfrm>
          <a:off x="0" y="0"/>
          <a:ext cx="0" cy="0"/>
          <a:chOff x="0" y="0"/>
          <a:chExt cx="0" cy="0"/>
        </a:xfrm>
      </p:grpSpPr>
      <p:pic>
        <p:nvPicPr>
          <p:cNvPr id="18" name="Imagen 17">
            <a:extLst>
              <a:ext uri="{FF2B5EF4-FFF2-40B4-BE49-F238E27FC236}">
                <a16:creationId xmlns:a16="http://schemas.microsoft.com/office/drawing/2014/main" id="{C918CE47-CECB-7E5E-4E19-70CCA4142F56}"/>
              </a:ext>
            </a:extLst>
          </p:cNvPr>
          <p:cNvPicPr>
            <a:picLocks noChangeAspect="1"/>
          </p:cNvPicPr>
          <p:nvPr/>
        </p:nvPicPr>
        <p:blipFill>
          <a:blip r:embed="rId2"/>
          <a:stretch>
            <a:fillRect/>
          </a:stretch>
        </p:blipFill>
        <p:spPr>
          <a:xfrm>
            <a:off x="895500" y="849361"/>
            <a:ext cx="10595974" cy="4580695"/>
          </a:xfrm>
          <a:prstGeom prst="rect">
            <a:avLst/>
          </a:prstGeom>
        </p:spPr>
      </p:pic>
      <p:sp>
        <p:nvSpPr>
          <p:cNvPr id="3" name="Marcador de texto vertical 2">
            <a:extLst>
              <a:ext uri="{FF2B5EF4-FFF2-40B4-BE49-F238E27FC236}">
                <a16:creationId xmlns:a16="http://schemas.microsoft.com/office/drawing/2014/main" id="{B2F1FCFF-8036-8EF5-E2E6-0DA8B53E2D42}"/>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7BF2036A-A758-78D7-31A6-68C31836A225}"/>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br>
              <a:rPr lang="es-CL" dirty="0">
                <a:solidFill>
                  <a:schemeClr val="tx2"/>
                </a:solidFill>
              </a:rPr>
            </a:br>
            <a:br>
              <a:rPr lang="es-CL" b="1" dirty="0">
                <a:effectLst/>
              </a:rPr>
            </a:br>
            <a:endParaRPr lang="es-CL" dirty="0"/>
          </a:p>
        </p:txBody>
      </p:sp>
      <p:sp>
        <p:nvSpPr>
          <p:cNvPr id="15" name="Rectángulo redondeado 5">
            <a:extLst>
              <a:ext uri="{FF2B5EF4-FFF2-40B4-BE49-F238E27FC236}">
                <a16:creationId xmlns:a16="http://schemas.microsoft.com/office/drawing/2014/main" id="{B746FFFB-011C-EFAA-A348-1AC71D365924}"/>
              </a:ext>
            </a:extLst>
          </p:cNvPr>
          <p:cNvSpPr/>
          <p:nvPr/>
        </p:nvSpPr>
        <p:spPr>
          <a:xfrm>
            <a:off x="2599653" y="4076496"/>
            <a:ext cx="7918201" cy="2154120"/>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En la pestaña Información de ingreso de sección, Subpestaña Lugares reservados: </a:t>
            </a:r>
          </a:p>
          <a:p>
            <a:pPr marL="228600" indent="-228600">
              <a:buFont typeface="+mj-lt"/>
              <a:buAutoNum type="arabicPeriod" startAt="18"/>
            </a:pPr>
            <a:r>
              <a:rPr lang="es-ES_tradnl" sz="1200" dirty="0"/>
              <a:t>Se debe iniciar con una regla “nula” que es obligatoria por el sistema. Esta regla implica que el cupo que se indique en el campo “Máximo reservado” es para cualquier estudiante de la institución. En el caso del ejemplo, el cupo de esa regla nula es cero (0).</a:t>
            </a:r>
          </a:p>
          <a:p>
            <a:pPr marL="228600" indent="-228600">
              <a:buFont typeface="+mj-lt"/>
              <a:buAutoNum type="arabicPeriod" startAt="18"/>
            </a:pPr>
            <a:r>
              <a:rPr lang="es-ES_tradnl" sz="1200" dirty="0"/>
              <a:t> Inserte un registro por cada regla que desee definir para los cupos reservados. Esto implica que la cantidad de alumnos indicada en el campo “Máximo reservado”  es el cupo que tiene el NRC para cada regla que se defina. Puede definir cupos por: Nivel, Campus, Programa, Atributo, Cohorte, etc.</a:t>
            </a:r>
          </a:p>
          <a:p>
            <a:r>
              <a:rPr lang="es-ES_tradnl" sz="1200" dirty="0"/>
              <a:t>En el ejemplo, la regla resaltada en verde indica que el NRC tiene un cupo máximo de 2 cupos para los estudiantes del programa 1PCSP07 .</a:t>
            </a:r>
          </a:p>
          <a:p>
            <a:pPr marL="228600" indent="-228600">
              <a:buFont typeface="+mj-lt"/>
              <a:buAutoNum type="arabicPeriod" startAt="20"/>
            </a:pPr>
            <a:r>
              <a:rPr lang="es-ES_tradnl" sz="1200" dirty="0"/>
              <a:t>Guarde la información.</a:t>
            </a:r>
          </a:p>
        </p:txBody>
      </p:sp>
      <p:sp>
        <p:nvSpPr>
          <p:cNvPr id="19" name="Rectángulo redondeado 15">
            <a:extLst>
              <a:ext uri="{FF2B5EF4-FFF2-40B4-BE49-F238E27FC236}">
                <a16:creationId xmlns:a16="http://schemas.microsoft.com/office/drawing/2014/main" id="{250C87E6-E64A-25DD-363F-30B3664D3C8C}"/>
              </a:ext>
            </a:extLst>
          </p:cNvPr>
          <p:cNvSpPr/>
          <p:nvPr/>
        </p:nvSpPr>
        <p:spPr>
          <a:xfrm>
            <a:off x="841621" y="2474961"/>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18</a:t>
            </a:r>
          </a:p>
        </p:txBody>
      </p:sp>
      <p:sp>
        <p:nvSpPr>
          <p:cNvPr id="21" name="Rectángulo 20">
            <a:extLst>
              <a:ext uri="{FF2B5EF4-FFF2-40B4-BE49-F238E27FC236}">
                <a16:creationId xmlns:a16="http://schemas.microsoft.com/office/drawing/2014/main" id="{DE57989E-0463-EB05-CADC-293E81741DA4}"/>
              </a:ext>
            </a:extLst>
          </p:cNvPr>
          <p:cNvSpPr/>
          <p:nvPr/>
        </p:nvSpPr>
        <p:spPr>
          <a:xfrm>
            <a:off x="2094689" y="1718817"/>
            <a:ext cx="1485272" cy="178849"/>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2" name="Rectángulo redondeado 15">
            <a:extLst>
              <a:ext uri="{FF2B5EF4-FFF2-40B4-BE49-F238E27FC236}">
                <a16:creationId xmlns:a16="http://schemas.microsoft.com/office/drawing/2014/main" id="{F0F52246-4EAE-C8B2-48EE-D1E06EE65599}"/>
              </a:ext>
            </a:extLst>
          </p:cNvPr>
          <p:cNvSpPr/>
          <p:nvPr/>
        </p:nvSpPr>
        <p:spPr>
          <a:xfrm>
            <a:off x="11436283" y="5065426"/>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20</a:t>
            </a:r>
            <a:endParaRPr lang="es-419" sz="1100" noProof="0" dirty="0"/>
          </a:p>
        </p:txBody>
      </p:sp>
      <p:sp>
        <p:nvSpPr>
          <p:cNvPr id="23" name="Rectángulo 22">
            <a:extLst>
              <a:ext uri="{FF2B5EF4-FFF2-40B4-BE49-F238E27FC236}">
                <a16:creationId xmlns:a16="http://schemas.microsoft.com/office/drawing/2014/main" id="{2917C2C8-7A86-3A2A-917E-DE1FC6EAA843}"/>
              </a:ext>
            </a:extLst>
          </p:cNvPr>
          <p:cNvSpPr/>
          <p:nvPr/>
        </p:nvSpPr>
        <p:spPr>
          <a:xfrm>
            <a:off x="10869283" y="5085090"/>
            <a:ext cx="622191" cy="249381"/>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7" name="Rectángulo 6">
            <a:extLst>
              <a:ext uri="{FF2B5EF4-FFF2-40B4-BE49-F238E27FC236}">
                <a16:creationId xmlns:a16="http://schemas.microsoft.com/office/drawing/2014/main" id="{07DCD397-18DD-7A6D-664C-1EDFFF3619CB}"/>
              </a:ext>
            </a:extLst>
          </p:cNvPr>
          <p:cNvSpPr/>
          <p:nvPr/>
        </p:nvSpPr>
        <p:spPr>
          <a:xfrm>
            <a:off x="1315825" y="3227890"/>
            <a:ext cx="10830662" cy="167465"/>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8" name="Rectángulo 7">
            <a:extLst>
              <a:ext uri="{FF2B5EF4-FFF2-40B4-BE49-F238E27FC236}">
                <a16:creationId xmlns:a16="http://schemas.microsoft.com/office/drawing/2014/main" id="{56D6C4C0-C2AE-5585-5E46-B31801D5AB50}"/>
              </a:ext>
            </a:extLst>
          </p:cNvPr>
          <p:cNvSpPr/>
          <p:nvPr/>
        </p:nvSpPr>
        <p:spPr>
          <a:xfrm>
            <a:off x="1230724" y="2567488"/>
            <a:ext cx="10830662" cy="16746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9" name="Rectángulo 8">
            <a:extLst>
              <a:ext uri="{FF2B5EF4-FFF2-40B4-BE49-F238E27FC236}">
                <a16:creationId xmlns:a16="http://schemas.microsoft.com/office/drawing/2014/main" id="{CAF849F9-02D7-AD63-5EA6-A240C701E506}"/>
              </a:ext>
            </a:extLst>
          </p:cNvPr>
          <p:cNvSpPr/>
          <p:nvPr/>
        </p:nvSpPr>
        <p:spPr>
          <a:xfrm>
            <a:off x="1238945" y="2735021"/>
            <a:ext cx="10830662" cy="1392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0" name="Rectángulo 9">
            <a:extLst>
              <a:ext uri="{FF2B5EF4-FFF2-40B4-BE49-F238E27FC236}">
                <a16:creationId xmlns:a16="http://schemas.microsoft.com/office/drawing/2014/main" id="{827B45EB-8A89-CF5E-933B-D1A31485AEF5}"/>
              </a:ext>
            </a:extLst>
          </p:cNvPr>
          <p:cNvSpPr/>
          <p:nvPr/>
        </p:nvSpPr>
        <p:spPr>
          <a:xfrm>
            <a:off x="1316055" y="3403836"/>
            <a:ext cx="10830662" cy="139200"/>
          </a:xfrm>
          <a:prstGeom prst="rect">
            <a:avLst/>
          </a:prstGeom>
          <a:noFill/>
          <a:ln w="28575">
            <a:solidFill>
              <a:schemeClr val="accent2"/>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 name="Rectángulo redondeado 15">
            <a:extLst>
              <a:ext uri="{FF2B5EF4-FFF2-40B4-BE49-F238E27FC236}">
                <a16:creationId xmlns:a16="http://schemas.microsoft.com/office/drawing/2014/main" id="{DA813287-5B2F-0B6F-7A18-846481B1744C}"/>
              </a:ext>
            </a:extLst>
          </p:cNvPr>
          <p:cNvSpPr/>
          <p:nvPr/>
        </p:nvSpPr>
        <p:spPr>
          <a:xfrm>
            <a:off x="737182" y="3499636"/>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19</a:t>
            </a:r>
          </a:p>
        </p:txBody>
      </p:sp>
      <p:sp>
        <p:nvSpPr>
          <p:cNvPr id="13" name="Abrir llave 12">
            <a:extLst>
              <a:ext uri="{FF2B5EF4-FFF2-40B4-BE49-F238E27FC236}">
                <a16:creationId xmlns:a16="http://schemas.microsoft.com/office/drawing/2014/main" id="{BE452A19-24A0-76F9-4238-949E73FEA7FE}"/>
              </a:ext>
            </a:extLst>
          </p:cNvPr>
          <p:cNvSpPr/>
          <p:nvPr/>
        </p:nvSpPr>
        <p:spPr>
          <a:xfrm>
            <a:off x="1137810" y="3418771"/>
            <a:ext cx="45719" cy="298899"/>
          </a:xfrm>
          <a:prstGeom prst="leftBrace">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s-419"/>
          </a:p>
        </p:txBody>
      </p:sp>
      <p:sp>
        <p:nvSpPr>
          <p:cNvPr id="14" name="Rectángulo redondeado 15">
            <a:extLst>
              <a:ext uri="{FF2B5EF4-FFF2-40B4-BE49-F238E27FC236}">
                <a16:creationId xmlns:a16="http://schemas.microsoft.com/office/drawing/2014/main" id="{CFD5BA42-29A0-F923-D91E-83A1CFD134E4}"/>
              </a:ext>
            </a:extLst>
          </p:cNvPr>
          <p:cNvSpPr/>
          <p:nvPr/>
        </p:nvSpPr>
        <p:spPr>
          <a:xfrm>
            <a:off x="732482" y="2815819"/>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19</a:t>
            </a:r>
          </a:p>
        </p:txBody>
      </p:sp>
      <p:sp>
        <p:nvSpPr>
          <p:cNvPr id="16" name="Abrir llave 15">
            <a:extLst>
              <a:ext uri="{FF2B5EF4-FFF2-40B4-BE49-F238E27FC236}">
                <a16:creationId xmlns:a16="http://schemas.microsoft.com/office/drawing/2014/main" id="{BDAD1592-FAAA-836E-B27C-2518A8E09988}"/>
              </a:ext>
            </a:extLst>
          </p:cNvPr>
          <p:cNvSpPr/>
          <p:nvPr/>
        </p:nvSpPr>
        <p:spPr>
          <a:xfrm>
            <a:off x="1133110" y="2734954"/>
            <a:ext cx="45719" cy="298899"/>
          </a:xfrm>
          <a:prstGeom prst="leftBrace">
            <a:avLst/>
          </a:prstGeom>
          <a:ln w="12700"/>
        </p:spPr>
        <p:style>
          <a:lnRef idx="2">
            <a:schemeClr val="accent1"/>
          </a:lnRef>
          <a:fillRef idx="0">
            <a:schemeClr val="accent1"/>
          </a:fillRef>
          <a:effectRef idx="1">
            <a:schemeClr val="accent1"/>
          </a:effectRef>
          <a:fontRef idx="minor">
            <a:schemeClr val="tx1"/>
          </a:fontRef>
        </p:style>
        <p:txBody>
          <a:bodyPr rtlCol="0" anchor="ctr"/>
          <a:lstStyle/>
          <a:p>
            <a:pPr algn="ctr"/>
            <a:endParaRPr lang="es-419"/>
          </a:p>
        </p:txBody>
      </p:sp>
      <p:sp>
        <p:nvSpPr>
          <p:cNvPr id="17" name="Rectángulo redondeado 15">
            <a:extLst>
              <a:ext uri="{FF2B5EF4-FFF2-40B4-BE49-F238E27FC236}">
                <a16:creationId xmlns:a16="http://schemas.microsoft.com/office/drawing/2014/main" id="{309C01FE-8F9F-D8D9-D06A-196F8013AC14}"/>
              </a:ext>
            </a:extLst>
          </p:cNvPr>
          <p:cNvSpPr/>
          <p:nvPr/>
        </p:nvSpPr>
        <p:spPr>
          <a:xfrm>
            <a:off x="864426" y="3198451"/>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18</a:t>
            </a:r>
          </a:p>
        </p:txBody>
      </p:sp>
    </p:spTree>
    <p:extLst>
      <p:ext uri="{BB962C8B-B14F-4D97-AF65-F5344CB8AC3E}">
        <p14:creationId xmlns:p14="http://schemas.microsoft.com/office/powerpoint/2010/main" val="31076403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7DA8F920-4885-1CE6-41FF-006ADB5306BF}"/>
              </a:ext>
            </a:extLst>
          </p:cNvPr>
          <p:cNvPicPr>
            <a:picLocks noChangeAspect="1"/>
          </p:cNvPicPr>
          <p:nvPr/>
        </p:nvPicPr>
        <p:blipFill>
          <a:blip r:embed="rId2"/>
          <a:stretch>
            <a:fillRect/>
          </a:stretch>
        </p:blipFill>
        <p:spPr>
          <a:xfrm>
            <a:off x="609601" y="954157"/>
            <a:ext cx="11450238" cy="4985911"/>
          </a:xfrm>
          <a:prstGeom prst="rect">
            <a:avLst/>
          </a:prstGeom>
        </p:spPr>
      </p:pic>
      <p:sp>
        <p:nvSpPr>
          <p:cNvPr id="3" name="Marcador de texto vertical 2">
            <a:extLst>
              <a:ext uri="{FF2B5EF4-FFF2-40B4-BE49-F238E27FC236}">
                <a16:creationId xmlns:a16="http://schemas.microsoft.com/office/drawing/2014/main" id="{241E380B-A82E-42E5-BBD1-63A196A3298F}"/>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2E231CC3-C7F7-D8DF-D8FF-168ACB91E38A}"/>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endParaRPr lang="es-CL" dirty="0"/>
          </a:p>
        </p:txBody>
      </p:sp>
      <p:sp>
        <p:nvSpPr>
          <p:cNvPr id="12" name="Rectángulo redondeado 5">
            <a:extLst>
              <a:ext uri="{FF2B5EF4-FFF2-40B4-BE49-F238E27FC236}">
                <a16:creationId xmlns:a16="http://schemas.microsoft.com/office/drawing/2014/main" id="{375AD302-2369-D7A0-AD33-20A8507CFE7A}"/>
              </a:ext>
            </a:extLst>
          </p:cNvPr>
          <p:cNvSpPr/>
          <p:nvPr/>
        </p:nvSpPr>
        <p:spPr>
          <a:xfrm>
            <a:off x="810247" y="4242039"/>
            <a:ext cx="10145582" cy="2287969"/>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En la pestaña </a:t>
            </a:r>
            <a:r>
              <a:rPr lang="es-CL" sz="1200" dirty="0"/>
              <a:t>Instructor y horas de reunión</a:t>
            </a:r>
            <a:r>
              <a:rPr lang="es-419" sz="1200" dirty="0"/>
              <a:t>, Subpestaña Fechas de reunión, ingrese la siguiente información: </a:t>
            </a:r>
          </a:p>
          <a:p>
            <a:pPr marL="228600" indent="-228600">
              <a:buFont typeface="+mj-lt"/>
              <a:buAutoNum type="arabicPeriod" startAt="21"/>
            </a:pPr>
            <a:r>
              <a:rPr lang="es-ES_tradnl" sz="1200" dirty="0"/>
              <a:t>Defina la Hora de reunión que corresponda a la sesión. Puede hacer esto de dos maneras:</a:t>
            </a:r>
          </a:p>
          <a:p>
            <a:pPr marL="685800" lvl="1" indent="-228600">
              <a:buFont typeface="Arial" panose="020B0604020202020204" pitchFamily="34" charset="0"/>
              <a:buChar char="•"/>
            </a:pPr>
            <a:r>
              <a:rPr lang="es-ES_tradnl" sz="1200" dirty="0"/>
              <a:t>Seleccionando de la tabla de horas de reunión los horarios predefinidos. De esta manera se llenan automáticamente el tipo de reunión (CLAS por defecto, pero puede ser modificada), fechas de inicio y fin y hora de inicio y fin (formato de 24 horas).</a:t>
            </a:r>
          </a:p>
          <a:p>
            <a:pPr marL="685800" lvl="1" indent="-228600">
              <a:buFont typeface="Arial" panose="020B0604020202020204" pitchFamily="34" charset="0"/>
              <a:buChar char="•"/>
            </a:pPr>
            <a:r>
              <a:rPr lang="es-ES_tradnl" sz="1200" dirty="0"/>
              <a:t>Ingresando en los campos Tipo de reunión, fechas de inicio y fin y hora de inicio y fin (formato de 24 horas).</a:t>
            </a:r>
          </a:p>
          <a:p>
            <a:pPr marL="228600" indent="-228600">
              <a:buFont typeface="+mj-lt"/>
              <a:buAutoNum type="arabicPeriod" startAt="21"/>
            </a:pPr>
            <a:r>
              <a:rPr lang="es-ES_tradnl" sz="1200" dirty="0"/>
              <a:t> Seleccione los días de la semana que corresponden al horario definido para la sesión de clases.</a:t>
            </a:r>
          </a:p>
          <a:p>
            <a:pPr marL="228600" indent="-228600">
              <a:buFont typeface="+mj-lt"/>
              <a:buAutoNum type="arabicPeriod" startAt="21"/>
            </a:pPr>
            <a:r>
              <a:rPr lang="es-ES_tradnl" sz="1200" dirty="0"/>
              <a:t>En el campo Indicador de sesión, por defecto se muestra la sesión 01 siempre. Si el NRC va a ser dictado por más de un docente, en cada sesión que corresponda debe asignar un indicador diferente (02, 03, respectivamente) por cada docente que dicte la asignatura. </a:t>
            </a:r>
          </a:p>
          <a:p>
            <a:pPr marL="228600" indent="-228600">
              <a:buFont typeface="+mj-lt"/>
              <a:buAutoNum type="arabicPeriod" startAt="21"/>
            </a:pPr>
            <a:r>
              <a:rPr lang="es-ES_tradnl" sz="1200" dirty="0"/>
              <a:t>Guarde la información.</a:t>
            </a:r>
          </a:p>
          <a:p>
            <a:pPr algn="ctr"/>
            <a:r>
              <a:rPr lang="es-ES_tradnl" sz="1100" dirty="0"/>
              <a:t>Las fechas de inicio y fin, inicialmente, son heredadas de la parte de período en la que se ha programado el NRC, pero éstas pueden ser modificadas en cada registro que se ingrese.</a:t>
            </a:r>
          </a:p>
        </p:txBody>
      </p:sp>
      <p:sp>
        <p:nvSpPr>
          <p:cNvPr id="13" name="Rectángulo redondeado 15">
            <a:extLst>
              <a:ext uri="{FF2B5EF4-FFF2-40B4-BE49-F238E27FC236}">
                <a16:creationId xmlns:a16="http://schemas.microsoft.com/office/drawing/2014/main" id="{9A9144EE-7851-1705-629B-506C7394F958}"/>
              </a:ext>
            </a:extLst>
          </p:cNvPr>
          <p:cNvSpPr/>
          <p:nvPr/>
        </p:nvSpPr>
        <p:spPr>
          <a:xfrm>
            <a:off x="660432" y="2773589"/>
            <a:ext cx="360474" cy="12758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21</a:t>
            </a:r>
          </a:p>
        </p:txBody>
      </p:sp>
      <p:sp>
        <p:nvSpPr>
          <p:cNvPr id="14" name="Rectángulo 13">
            <a:extLst>
              <a:ext uri="{FF2B5EF4-FFF2-40B4-BE49-F238E27FC236}">
                <a16:creationId xmlns:a16="http://schemas.microsoft.com/office/drawing/2014/main" id="{4C1F4288-2C74-2256-B11B-5D11A8A3AEEC}"/>
              </a:ext>
            </a:extLst>
          </p:cNvPr>
          <p:cNvSpPr/>
          <p:nvPr/>
        </p:nvSpPr>
        <p:spPr>
          <a:xfrm>
            <a:off x="1537546" y="2542734"/>
            <a:ext cx="9423468" cy="2308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8" name="Rectángulo 17">
            <a:extLst>
              <a:ext uri="{FF2B5EF4-FFF2-40B4-BE49-F238E27FC236}">
                <a16:creationId xmlns:a16="http://schemas.microsoft.com/office/drawing/2014/main" id="{BFBEF403-C7BC-8FD6-3F35-E78B720BBE45}"/>
              </a:ext>
            </a:extLst>
          </p:cNvPr>
          <p:cNvSpPr/>
          <p:nvPr/>
        </p:nvSpPr>
        <p:spPr>
          <a:xfrm>
            <a:off x="3747214" y="1654379"/>
            <a:ext cx="1463141" cy="22729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9" name="Rectángulo redondeado 15">
            <a:extLst>
              <a:ext uri="{FF2B5EF4-FFF2-40B4-BE49-F238E27FC236}">
                <a16:creationId xmlns:a16="http://schemas.microsoft.com/office/drawing/2014/main" id="{057BBE08-3F55-FB28-AA5E-C5267A25DEF3}"/>
              </a:ext>
            </a:extLst>
          </p:cNvPr>
          <p:cNvSpPr/>
          <p:nvPr/>
        </p:nvSpPr>
        <p:spPr>
          <a:xfrm>
            <a:off x="5126745" y="2256021"/>
            <a:ext cx="360474" cy="12758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22</a:t>
            </a:r>
          </a:p>
        </p:txBody>
      </p:sp>
      <p:sp>
        <p:nvSpPr>
          <p:cNvPr id="20" name="Rectángulo 19">
            <a:extLst>
              <a:ext uri="{FF2B5EF4-FFF2-40B4-BE49-F238E27FC236}">
                <a16:creationId xmlns:a16="http://schemas.microsoft.com/office/drawing/2014/main" id="{980B6F5F-7DB7-1AAB-8014-8BBC776AD51E}"/>
              </a:ext>
            </a:extLst>
          </p:cNvPr>
          <p:cNvSpPr/>
          <p:nvPr/>
        </p:nvSpPr>
        <p:spPr>
          <a:xfrm>
            <a:off x="4415742" y="2598015"/>
            <a:ext cx="578952" cy="175573"/>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 name="Rectángulo redondeado 15">
            <a:extLst>
              <a:ext uri="{FF2B5EF4-FFF2-40B4-BE49-F238E27FC236}">
                <a16:creationId xmlns:a16="http://schemas.microsoft.com/office/drawing/2014/main" id="{03E3443E-A42B-423D-0680-215C9F3F24FC}"/>
              </a:ext>
            </a:extLst>
          </p:cNvPr>
          <p:cNvSpPr/>
          <p:nvPr/>
        </p:nvSpPr>
        <p:spPr>
          <a:xfrm>
            <a:off x="11706559" y="2511340"/>
            <a:ext cx="360474" cy="127581"/>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23</a:t>
            </a:r>
          </a:p>
        </p:txBody>
      </p:sp>
      <p:sp>
        <p:nvSpPr>
          <p:cNvPr id="6" name="Rectángulo 5">
            <a:extLst>
              <a:ext uri="{FF2B5EF4-FFF2-40B4-BE49-F238E27FC236}">
                <a16:creationId xmlns:a16="http://schemas.microsoft.com/office/drawing/2014/main" id="{C951ED20-5270-5148-4238-9D89017DA5DF}"/>
              </a:ext>
            </a:extLst>
          </p:cNvPr>
          <p:cNvSpPr/>
          <p:nvPr/>
        </p:nvSpPr>
        <p:spPr>
          <a:xfrm>
            <a:off x="11015864" y="2523493"/>
            <a:ext cx="697888" cy="23085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7" name="Rectángulo redondeado 15">
            <a:extLst>
              <a:ext uri="{FF2B5EF4-FFF2-40B4-BE49-F238E27FC236}">
                <a16:creationId xmlns:a16="http://schemas.microsoft.com/office/drawing/2014/main" id="{EADFD785-492A-94CB-BCED-58A868C4175C}"/>
              </a:ext>
            </a:extLst>
          </p:cNvPr>
          <p:cNvSpPr/>
          <p:nvPr/>
        </p:nvSpPr>
        <p:spPr>
          <a:xfrm>
            <a:off x="11061898" y="5665694"/>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24</a:t>
            </a:r>
            <a:endParaRPr lang="es-419" sz="1100" noProof="0" dirty="0"/>
          </a:p>
        </p:txBody>
      </p:sp>
      <p:sp>
        <p:nvSpPr>
          <p:cNvPr id="8" name="Rectángulo 7">
            <a:extLst>
              <a:ext uri="{FF2B5EF4-FFF2-40B4-BE49-F238E27FC236}">
                <a16:creationId xmlns:a16="http://schemas.microsoft.com/office/drawing/2014/main" id="{DC82511D-169E-EED4-0313-51C15A8AB7C6}"/>
              </a:ext>
            </a:extLst>
          </p:cNvPr>
          <p:cNvSpPr/>
          <p:nvPr/>
        </p:nvSpPr>
        <p:spPr>
          <a:xfrm>
            <a:off x="11460238" y="5640367"/>
            <a:ext cx="606795" cy="263476"/>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1860450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6582B-038A-44F1-B743-03A64D0C65DE}"/>
            </a:ext>
          </a:extLst>
        </p:cNvPr>
        <p:cNvGrpSpPr/>
        <p:nvPr/>
      </p:nvGrpSpPr>
      <p:grpSpPr>
        <a:xfrm>
          <a:off x="0" y="0"/>
          <a:ext cx="0" cy="0"/>
          <a:chOff x="0" y="0"/>
          <a:chExt cx="0" cy="0"/>
        </a:xfrm>
      </p:grpSpPr>
      <p:pic>
        <p:nvPicPr>
          <p:cNvPr id="17" name="Imagen 16">
            <a:extLst>
              <a:ext uri="{FF2B5EF4-FFF2-40B4-BE49-F238E27FC236}">
                <a16:creationId xmlns:a16="http://schemas.microsoft.com/office/drawing/2014/main" id="{59E67084-8C89-4440-7ED0-AF2321857B04}"/>
              </a:ext>
            </a:extLst>
          </p:cNvPr>
          <p:cNvPicPr>
            <a:picLocks noChangeAspect="1"/>
          </p:cNvPicPr>
          <p:nvPr/>
        </p:nvPicPr>
        <p:blipFill>
          <a:blip r:embed="rId2"/>
          <a:stretch>
            <a:fillRect/>
          </a:stretch>
        </p:blipFill>
        <p:spPr>
          <a:xfrm>
            <a:off x="810247" y="836987"/>
            <a:ext cx="10759707" cy="4686951"/>
          </a:xfrm>
          <a:prstGeom prst="rect">
            <a:avLst/>
          </a:prstGeom>
        </p:spPr>
      </p:pic>
      <p:sp>
        <p:nvSpPr>
          <p:cNvPr id="3" name="Marcador de texto vertical 2">
            <a:extLst>
              <a:ext uri="{FF2B5EF4-FFF2-40B4-BE49-F238E27FC236}">
                <a16:creationId xmlns:a16="http://schemas.microsoft.com/office/drawing/2014/main" id="{0DF05623-B101-A5C7-1FBE-EE7F604F0751}"/>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E08519D6-2E93-C80B-B88F-702EC29120AC}"/>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endParaRPr lang="es-CL" dirty="0"/>
          </a:p>
        </p:txBody>
      </p:sp>
      <p:sp>
        <p:nvSpPr>
          <p:cNvPr id="12" name="Rectángulo redondeado 5">
            <a:extLst>
              <a:ext uri="{FF2B5EF4-FFF2-40B4-BE49-F238E27FC236}">
                <a16:creationId xmlns:a16="http://schemas.microsoft.com/office/drawing/2014/main" id="{8EA508D7-A642-C3E2-7A3A-F1A478C625F7}"/>
              </a:ext>
            </a:extLst>
          </p:cNvPr>
          <p:cNvSpPr/>
          <p:nvPr/>
        </p:nvSpPr>
        <p:spPr>
          <a:xfrm>
            <a:off x="981501" y="3406545"/>
            <a:ext cx="11014552" cy="1783086"/>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r>
              <a:rPr lang="es-419" sz="1200" dirty="0"/>
              <a:t>En la pestaña </a:t>
            </a:r>
            <a:r>
              <a:rPr lang="es-CL" sz="1200" dirty="0"/>
              <a:t>Instructor y horas de reunión</a:t>
            </a:r>
            <a:r>
              <a:rPr lang="es-419" sz="1200" dirty="0"/>
              <a:t>, Subpestaña Créditos y ubicación de reunión, se muestra la siguiente información: </a:t>
            </a:r>
          </a:p>
          <a:p>
            <a:pPr marL="228600" indent="-228600">
              <a:buFont typeface="+mj-lt"/>
              <a:buAutoNum type="arabicPeriod" startAt="25"/>
            </a:pPr>
            <a:r>
              <a:rPr lang="es-ES_tradnl" sz="1200" dirty="0"/>
              <a:t>En el campo Tipo de horario, se refleja el mismo tipo de horario que se ha declarado en la pestaña Información de sección de curso. Usted puede modificar  el tipo de horario para la sesión que corresponda (si la asignatura tiene más de un tipo de horario asociado en el catálogo).</a:t>
            </a:r>
          </a:p>
          <a:p>
            <a:pPr marL="228600" indent="-228600">
              <a:buFont typeface="+mj-lt"/>
              <a:buAutoNum type="arabicPeriod" startAt="25"/>
            </a:pPr>
            <a:r>
              <a:rPr lang="es-ES_tradnl" sz="1200" dirty="0"/>
              <a:t>Según las horas que se cargan en el horario de cada sesión, el sistema muestra el cálculo automático de las horas por semana que tiene cada sesión. En Ellucian Student este cálculo se basa en una hora académica definida en SIATERM. </a:t>
            </a:r>
          </a:p>
          <a:p>
            <a:pPr marL="228600" indent="-228600">
              <a:buFont typeface="+mj-lt"/>
              <a:buAutoNum type="arabicPeriod" startAt="25"/>
            </a:pPr>
            <a:r>
              <a:rPr lang="es-ES_tradnl" sz="1200" dirty="0"/>
              <a:t>En la primera sesión se muestran los créditos de la asignatura.</a:t>
            </a:r>
          </a:p>
          <a:p>
            <a:pPr marL="228600" indent="-228600">
              <a:buFont typeface="+mj-lt"/>
              <a:buAutoNum type="arabicPeriod" startAt="28"/>
            </a:pPr>
            <a:r>
              <a:rPr lang="es-ES_tradnl" sz="1200" dirty="0"/>
              <a:t>Si agregó o modificó alguna información, guarde los cambios.</a:t>
            </a:r>
          </a:p>
        </p:txBody>
      </p:sp>
      <p:sp>
        <p:nvSpPr>
          <p:cNvPr id="13" name="Rectángulo redondeado 15">
            <a:extLst>
              <a:ext uri="{FF2B5EF4-FFF2-40B4-BE49-F238E27FC236}">
                <a16:creationId xmlns:a16="http://schemas.microsoft.com/office/drawing/2014/main" id="{36807D20-C350-C536-656E-87AD4CDE3C03}"/>
              </a:ext>
            </a:extLst>
          </p:cNvPr>
          <p:cNvSpPr/>
          <p:nvPr/>
        </p:nvSpPr>
        <p:spPr>
          <a:xfrm>
            <a:off x="2892414" y="2643581"/>
            <a:ext cx="391349" cy="20441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25</a:t>
            </a:r>
          </a:p>
        </p:txBody>
      </p:sp>
      <p:sp>
        <p:nvSpPr>
          <p:cNvPr id="14" name="Rectángulo 13">
            <a:extLst>
              <a:ext uri="{FF2B5EF4-FFF2-40B4-BE49-F238E27FC236}">
                <a16:creationId xmlns:a16="http://schemas.microsoft.com/office/drawing/2014/main" id="{5DE721AC-FAED-8080-E0DF-4DDAACE0F9F1}"/>
              </a:ext>
            </a:extLst>
          </p:cNvPr>
          <p:cNvSpPr/>
          <p:nvPr/>
        </p:nvSpPr>
        <p:spPr>
          <a:xfrm flipH="1">
            <a:off x="3519774" y="2288830"/>
            <a:ext cx="1421980" cy="78217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8" name="Rectángulo 17">
            <a:extLst>
              <a:ext uri="{FF2B5EF4-FFF2-40B4-BE49-F238E27FC236}">
                <a16:creationId xmlns:a16="http://schemas.microsoft.com/office/drawing/2014/main" id="{6FAB6544-CD13-D09D-2F78-8063F2AB3283}"/>
              </a:ext>
            </a:extLst>
          </p:cNvPr>
          <p:cNvSpPr/>
          <p:nvPr/>
        </p:nvSpPr>
        <p:spPr>
          <a:xfrm>
            <a:off x="3656615" y="1458379"/>
            <a:ext cx="1421981" cy="194218"/>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2" name="Rectángulo redondeado 15">
            <a:extLst>
              <a:ext uri="{FF2B5EF4-FFF2-40B4-BE49-F238E27FC236}">
                <a16:creationId xmlns:a16="http://schemas.microsoft.com/office/drawing/2014/main" id="{F5690BE5-3F1E-6D4F-04E7-B3B0F3453F67}"/>
              </a:ext>
            </a:extLst>
          </p:cNvPr>
          <p:cNvSpPr/>
          <p:nvPr/>
        </p:nvSpPr>
        <p:spPr>
          <a:xfrm>
            <a:off x="6544300" y="2429625"/>
            <a:ext cx="391349" cy="20441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noProof="0" dirty="0"/>
              <a:t>26</a:t>
            </a:r>
          </a:p>
        </p:txBody>
      </p:sp>
      <p:sp>
        <p:nvSpPr>
          <p:cNvPr id="6" name="Rectángulo 5">
            <a:extLst>
              <a:ext uri="{FF2B5EF4-FFF2-40B4-BE49-F238E27FC236}">
                <a16:creationId xmlns:a16="http://schemas.microsoft.com/office/drawing/2014/main" id="{F8A306D3-1CE7-89BC-7D5D-6676B31EB1D8}"/>
              </a:ext>
            </a:extLst>
          </p:cNvPr>
          <p:cNvSpPr/>
          <p:nvPr/>
        </p:nvSpPr>
        <p:spPr>
          <a:xfrm>
            <a:off x="4941754" y="2288830"/>
            <a:ext cx="1502674" cy="782174"/>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7" name="Rectángulo redondeado 15">
            <a:extLst>
              <a:ext uri="{FF2B5EF4-FFF2-40B4-BE49-F238E27FC236}">
                <a16:creationId xmlns:a16="http://schemas.microsoft.com/office/drawing/2014/main" id="{6EA93A0E-F8E2-CE12-F507-3458AA6D0D3D}"/>
              </a:ext>
            </a:extLst>
          </p:cNvPr>
          <p:cNvSpPr/>
          <p:nvPr/>
        </p:nvSpPr>
        <p:spPr>
          <a:xfrm>
            <a:off x="10586815" y="5274558"/>
            <a:ext cx="360474" cy="176260"/>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28</a:t>
            </a:r>
            <a:endParaRPr lang="es-419" sz="1100" noProof="0" dirty="0"/>
          </a:p>
        </p:txBody>
      </p:sp>
      <p:sp>
        <p:nvSpPr>
          <p:cNvPr id="8" name="Rectángulo 7">
            <a:extLst>
              <a:ext uri="{FF2B5EF4-FFF2-40B4-BE49-F238E27FC236}">
                <a16:creationId xmlns:a16="http://schemas.microsoft.com/office/drawing/2014/main" id="{8A0F1A62-351B-6CE3-3DF3-FAD75BAC8481}"/>
              </a:ext>
            </a:extLst>
          </p:cNvPr>
          <p:cNvSpPr/>
          <p:nvPr/>
        </p:nvSpPr>
        <p:spPr>
          <a:xfrm>
            <a:off x="10947289" y="5274558"/>
            <a:ext cx="622665" cy="17626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
        <p:nvSpPr>
          <p:cNvPr id="10" name="Rectángulo redondeado 15">
            <a:extLst>
              <a:ext uri="{FF2B5EF4-FFF2-40B4-BE49-F238E27FC236}">
                <a16:creationId xmlns:a16="http://schemas.microsoft.com/office/drawing/2014/main" id="{7EB7029C-4E83-6C25-E5FE-A3F1C456CF3C}"/>
              </a:ext>
            </a:extLst>
          </p:cNvPr>
          <p:cNvSpPr/>
          <p:nvPr/>
        </p:nvSpPr>
        <p:spPr>
          <a:xfrm>
            <a:off x="8998231" y="2450371"/>
            <a:ext cx="391349" cy="204418"/>
          </a:xfrm>
          <a:prstGeom prst="roundRect">
            <a:avLst/>
          </a:prstGeom>
          <a:solidFill>
            <a:schemeClr val="accent3">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s-419" sz="1100" dirty="0"/>
              <a:t>27</a:t>
            </a:r>
            <a:endParaRPr lang="es-419" sz="1100" noProof="0" dirty="0"/>
          </a:p>
        </p:txBody>
      </p:sp>
      <p:sp>
        <p:nvSpPr>
          <p:cNvPr id="11" name="Rectángulo 10">
            <a:extLst>
              <a:ext uri="{FF2B5EF4-FFF2-40B4-BE49-F238E27FC236}">
                <a16:creationId xmlns:a16="http://schemas.microsoft.com/office/drawing/2014/main" id="{8DF8C487-A41D-5953-8AD5-C562ED1C3CC5}"/>
              </a:ext>
            </a:extLst>
          </p:cNvPr>
          <p:cNvSpPr/>
          <p:nvPr/>
        </p:nvSpPr>
        <p:spPr>
          <a:xfrm>
            <a:off x="7250248" y="2327205"/>
            <a:ext cx="1585199" cy="911570"/>
          </a:xfrm>
          <a:prstGeom prst="rect">
            <a:avLst/>
          </a:prstGeom>
          <a:noFill/>
          <a:ln w="28575">
            <a:solidFill>
              <a:schemeClr val="accent1"/>
            </a:solidFill>
          </a:ln>
          <a:effectLst/>
        </p:spPr>
        <p:style>
          <a:lnRef idx="1">
            <a:schemeClr val="accent1"/>
          </a:lnRef>
          <a:fillRef idx="3">
            <a:schemeClr val="accent1"/>
          </a:fillRef>
          <a:effectRef idx="2">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s-419" noProof="0" dirty="0"/>
          </a:p>
        </p:txBody>
      </p:sp>
    </p:spTree>
    <p:extLst>
      <p:ext uri="{BB962C8B-B14F-4D97-AF65-F5344CB8AC3E}">
        <p14:creationId xmlns:p14="http://schemas.microsoft.com/office/powerpoint/2010/main" val="297266160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6F2302-1D97-3F2D-A7C0-0191B041BB0D}"/>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0DCAC824-1263-3E59-BD43-0B6A214013B6}"/>
              </a:ext>
            </a:extLst>
          </p:cNvPr>
          <p:cNvPicPr>
            <a:picLocks noChangeAspect="1"/>
          </p:cNvPicPr>
          <p:nvPr/>
        </p:nvPicPr>
        <p:blipFill>
          <a:blip r:embed="rId2"/>
          <a:stretch>
            <a:fillRect/>
          </a:stretch>
        </p:blipFill>
        <p:spPr>
          <a:xfrm>
            <a:off x="946962" y="954157"/>
            <a:ext cx="10900764" cy="4649857"/>
          </a:xfrm>
          <a:prstGeom prst="rect">
            <a:avLst/>
          </a:prstGeom>
        </p:spPr>
      </p:pic>
      <p:sp>
        <p:nvSpPr>
          <p:cNvPr id="3" name="Marcador de texto vertical 2">
            <a:extLst>
              <a:ext uri="{FF2B5EF4-FFF2-40B4-BE49-F238E27FC236}">
                <a16:creationId xmlns:a16="http://schemas.microsoft.com/office/drawing/2014/main" id="{F4495388-385A-8EC0-B9A2-FEA63C235228}"/>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4467D182-6C3D-9295-43BE-E878B1ACDD9A}"/>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br>
              <a:rPr lang="es-CL" b="1" dirty="0">
                <a:effectLst/>
              </a:rPr>
            </a:br>
            <a:endParaRPr lang="es-CL" dirty="0"/>
          </a:p>
        </p:txBody>
      </p:sp>
      <p:sp>
        <p:nvSpPr>
          <p:cNvPr id="9" name="Rectángulo redondeado 5">
            <a:extLst>
              <a:ext uri="{FF2B5EF4-FFF2-40B4-BE49-F238E27FC236}">
                <a16:creationId xmlns:a16="http://schemas.microsoft.com/office/drawing/2014/main" id="{B49EC115-2CD8-AE98-34D1-AB568FC4D52D}"/>
              </a:ext>
            </a:extLst>
          </p:cNvPr>
          <p:cNvSpPr/>
          <p:nvPr/>
        </p:nvSpPr>
        <p:spPr>
          <a:xfrm>
            <a:off x="2358585" y="3759437"/>
            <a:ext cx="8077518" cy="138521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 El campo ‘Hora de Reunión’ corresponde a  los módulos horarios que hayan sido predefinidos en la tabla de validación STVMEET.</a:t>
            </a:r>
            <a:endParaRPr lang="es-ES_tradnl" sz="1400" dirty="0"/>
          </a:p>
        </p:txBody>
      </p:sp>
    </p:spTree>
    <p:extLst>
      <p:ext uri="{BB962C8B-B14F-4D97-AF65-F5344CB8AC3E}">
        <p14:creationId xmlns:p14="http://schemas.microsoft.com/office/powerpoint/2010/main" val="214985973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298187-1218-0593-79EF-AD527EB215E7}"/>
            </a:ext>
          </a:extLst>
        </p:cNvPr>
        <p:cNvGrpSpPr/>
        <p:nvPr/>
      </p:nvGrpSpPr>
      <p:grpSpPr>
        <a:xfrm>
          <a:off x="0" y="0"/>
          <a:ext cx="0" cy="0"/>
          <a:chOff x="0" y="0"/>
          <a:chExt cx="0" cy="0"/>
        </a:xfrm>
      </p:grpSpPr>
      <p:pic>
        <p:nvPicPr>
          <p:cNvPr id="5" name="Imagen 4">
            <a:extLst>
              <a:ext uri="{FF2B5EF4-FFF2-40B4-BE49-F238E27FC236}">
                <a16:creationId xmlns:a16="http://schemas.microsoft.com/office/drawing/2014/main" id="{9B3E8A90-3C2A-4123-C970-366E0B53C810}"/>
              </a:ext>
            </a:extLst>
          </p:cNvPr>
          <p:cNvPicPr>
            <a:picLocks noChangeAspect="1"/>
          </p:cNvPicPr>
          <p:nvPr/>
        </p:nvPicPr>
        <p:blipFill>
          <a:blip r:embed="rId2"/>
          <a:stretch>
            <a:fillRect/>
          </a:stretch>
        </p:blipFill>
        <p:spPr>
          <a:xfrm>
            <a:off x="810247" y="1059088"/>
            <a:ext cx="11046152" cy="4739824"/>
          </a:xfrm>
          <a:prstGeom prst="rect">
            <a:avLst/>
          </a:prstGeom>
        </p:spPr>
      </p:pic>
      <p:sp>
        <p:nvSpPr>
          <p:cNvPr id="3" name="Marcador de texto vertical 2">
            <a:extLst>
              <a:ext uri="{FF2B5EF4-FFF2-40B4-BE49-F238E27FC236}">
                <a16:creationId xmlns:a16="http://schemas.microsoft.com/office/drawing/2014/main" id="{82BC1032-68EA-8672-FDE3-918D475B9592}"/>
              </a:ext>
            </a:extLst>
          </p:cNvPr>
          <p:cNvSpPr>
            <a:spLocks noGrp="1"/>
          </p:cNvSpPr>
          <p:nvPr>
            <p:ph type="body" orient="vert" sz="quarter" idx="17"/>
          </p:nvPr>
        </p:nvSpPr>
        <p:spPr/>
        <p:txBody>
          <a:bodyPr/>
          <a:lstStyle/>
          <a:p>
            <a:r>
              <a:rPr lang="es-419" sz="1200" dirty="0"/>
              <a:t>Registrar la oferta horaria de los cursos</a:t>
            </a:r>
            <a:endParaRPr lang="en-US" dirty="0"/>
          </a:p>
        </p:txBody>
      </p:sp>
      <p:sp>
        <p:nvSpPr>
          <p:cNvPr id="4" name="Título 3">
            <a:extLst>
              <a:ext uri="{FF2B5EF4-FFF2-40B4-BE49-F238E27FC236}">
                <a16:creationId xmlns:a16="http://schemas.microsoft.com/office/drawing/2014/main" id="{F506C321-6831-0DE5-4B93-04F2E64F905F}"/>
              </a:ext>
            </a:extLst>
          </p:cNvPr>
          <p:cNvSpPr>
            <a:spLocks noGrp="1"/>
          </p:cNvSpPr>
          <p:nvPr>
            <p:ph type="title"/>
          </p:nvPr>
        </p:nvSpPr>
        <p:spPr>
          <a:xfrm>
            <a:off x="810247" y="327992"/>
            <a:ext cx="10271883" cy="626165"/>
          </a:xfrm>
        </p:spPr>
        <p:txBody>
          <a:bodyPr/>
          <a:lstStyle/>
          <a:p>
            <a:r>
              <a:rPr lang="es-ES_tradnl" dirty="0">
                <a:solidFill>
                  <a:schemeClr val="tx2"/>
                </a:solidFill>
              </a:rPr>
              <a:t>Programar NRC (SSASECT)</a:t>
            </a:r>
            <a:br>
              <a:rPr lang="es-CL" b="1" dirty="0">
                <a:effectLst/>
              </a:rPr>
            </a:br>
            <a:endParaRPr lang="es-CL" dirty="0"/>
          </a:p>
        </p:txBody>
      </p:sp>
      <p:sp>
        <p:nvSpPr>
          <p:cNvPr id="9" name="Rectángulo redondeado 5">
            <a:extLst>
              <a:ext uri="{FF2B5EF4-FFF2-40B4-BE49-F238E27FC236}">
                <a16:creationId xmlns:a16="http://schemas.microsoft.com/office/drawing/2014/main" id="{332E6604-F173-D846-9171-BEAA4C12AC2F}"/>
              </a:ext>
            </a:extLst>
          </p:cNvPr>
          <p:cNvSpPr/>
          <p:nvPr/>
        </p:nvSpPr>
        <p:spPr>
          <a:xfrm>
            <a:off x="2358585" y="3759437"/>
            <a:ext cx="8077518" cy="1385217"/>
          </a:xfrm>
          <a:prstGeom prst="roundRect">
            <a:avLst/>
          </a:prstGeom>
          <a:solidFill>
            <a:schemeClr val="accent1">
              <a:alpha val="8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r>
              <a:rPr lang="es-CL" sz="1400" dirty="0"/>
              <a:t> El campo ‘Tipo de Reunión’ corresponde a  las categorías que hayan sido establecidas en la tabla de validación GTVMTYP.</a:t>
            </a:r>
            <a:endParaRPr lang="es-ES_tradnl" sz="1400" dirty="0"/>
          </a:p>
        </p:txBody>
      </p:sp>
    </p:spTree>
    <p:extLst>
      <p:ext uri="{BB962C8B-B14F-4D97-AF65-F5344CB8AC3E}">
        <p14:creationId xmlns:p14="http://schemas.microsoft.com/office/powerpoint/2010/main" val="1005415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n 5" descr="Forma, Cuadrado&#10;&#10;El contenido generado por IA puede ser incorrecto.">
            <a:extLst>
              <a:ext uri="{FF2B5EF4-FFF2-40B4-BE49-F238E27FC236}">
                <a16:creationId xmlns:a16="http://schemas.microsoft.com/office/drawing/2014/main" id="{D4E63572-DF68-DC51-6555-40AD82ECEB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66" y="0"/>
            <a:ext cx="12189533" cy="6859388"/>
          </a:xfrm>
          <a:prstGeom prst="rect">
            <a:avLst/>
          </a:prstGeom>
        </p:spPr>
      </p:pic>
    </p:spTree>
    <p:extLst>
      <p:ext uri="{BB962C8B-B14F-4D97-AF65-F5344CB8AC3E}">
        <p14:creationId xmlns:p14="http://schemas.microsoft.com/office/powerpoint/2010/main" val="2243314582"/>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Ellucian Main Layouts">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4.xml><?xml version="1.0" encoding="utf-8"?>
<a:theme xmlns:a="http://schemas.openxmlformats.org/drawingml/2006/main" name="1_Ellucian_April 2025">
  <a:themeElements>
    <a:clrScheme name="Ellucian">
      <a:dk1>
        <a:srgbClr val="000000"/>
      </a:dk1>
      <a:lt1>
        <a:srgbClr val="FFFFFF"/>
      </a:lt1>
      <a:dk2>
        <a:srgbClr val="320070"/>
      </a:dk2>
      <a:lt2>
        <a:srgbClr val="D7D2CB"/>
      </a:lt2>
      <a:accent1>
        <a:srgbClr val="7000EB"/>
      </a:accent1>
      <a:accent2>
        <a:srgbClr val="95F4A0"/>
      </a:accent2>
      <a:accent3>
        <a:srgbClr val="084D2B"/>
      </a:accent3>
      <a:accent4>
        <a:srgbClr val="E8F75B"/>
      </a:accent4>
      <a:accent5>
        <a:srgbClr val="74C4FF"/>
      </a:accent5>
      <a:accent6>
        <a:srgbClr val="FFC800"/>
      </a:accent6>
      <a:hlink>
        <a:srgbClr val="7000EB"/>
      </a:hlink>
      <a:folHlink>
        <a:srgbClr val="7000EB"/>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spPr>
      <a:bodyPr wrap="squar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Ellucian_April 2025" id="{26EA1B6D-013D-4CE8-B6BA-844450BD34AD}" vid="{76DDA76C-B383-44A4-B33A-CC50C6670FCD}"/>
    </a:ext>
  </a:extLst>
</a:theme>
</file>

<file path=ppt/theme/theme5.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8597</TotalTime>
  <Words>1968</Words>
  <Application>Microsoft Office PowerPoint</Application>
  <PresentationFormat>Panorámica</PresentationFormat>
  <Paragraphs>163</Paragraphs>
  <Slides>23</Slides>
  <Notes>0</Notes>
  <HiddenSlides>0</HiddenSlides>
  <MMClips>0</MMClips>
  <ScaleCrop>false</ScaleCrop>
  <HeadingPairs>
    <vt:vector size="6" baseType="variant">
      <vt:variant>
        <vt:lpstr>Fuentes usadas</vt:lpstr>
      </vt:variant>
      <vt:variant>
        <vt:i4>7</vt:i4>
      </vt:variant>
      <vt:variant>
        <vt:lpstr>Tema</vt:lpstr>
      </vt:variant>
      <vt:variant>
        <vt:i4>4</vt:i4>
      </vt:variant>
      <vt:variant>
        <vt:lpstr>Títulos de diapositiva</vt:lpstr>
      </vt:variant>
      <vt:variant>
        <vt:i4>23</vt:i4>
      </vt:variant>
    </vt:vector>
  </HeadingPairs>
  <TitlesOfParts>
    <vt:vector size="34" baseType="lpstr">
      <vt:lpstr>Aptos</vt:lpstr>
      <vt:lpstr>Aptos Display</vt:lpstr>
      <vt:lpstr>Arial</vt:lpstr>
      <vt:lpstr>Courier New</vt:lpstr>
      <vt:lpstr>Helvetica Neue</vt:lpstr>
      <vt:lpstr>Montserrat</vt:lpstr>
      <vt:lpstr>Wingdings</vt:lpstr>
      <vt:lpstr>Tema de Office</vt:lpstr>
      <vt:lpstr>1_Ellucian Main Layouts</vt:lpstr>
      <vt:lpstr>Ellucian_April 2025</vt:lpstr>
      <vt:lpstr>1_Ellucian_April 2025</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 Programar NRC (SSASECT) </vt:lpstr>
      <vt:lpstr> Programar NRC (SSASECT) </vt:lpstr>
      <vt:lpstr> Programar NRC (SSASECT) </vt:lpstr>
      <vt:lpstr> Programar NRC (SSASECT) – Tipo de horario TEORÍA </vt:lpstr>
      <vt:lpstr> Programar NRC (SSASECT) Tipo de horario diferente a TEORÍA </vt:lpstr>
      <vt:lpstr>Programar NRC (SSASECT)  </vt:lpstr>
      <vt:lpstr>Programar NRC (SSASECT)  </vt:lpstr>
      <vt:lpstr>Programar NRC (SSASECT)  </vt:lpstr>
      <vt:lpstr>Programar NRC (SSASECT)</vt:lpstr>
      <vt:lpstr>Programar NRC (SSASECT)</vt:lpstr>
      <vt:lpstr>Programar NRC (SSASECT) </vt:lpstr>
      <vt:lpstr>Programar NRC (SSASECT)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ADMINIST</dc:creator>
  <cp:lastModifiedBy>SIPAN</cp:lastModifiedBy>
  <cp:revision>38</cp:revision>
  <dcterms:created xsi:type="dcterms:W3CDTF">2026-08-24T19:57:14Z</dcterms:created>
  <dcterms:modified xsi:type="dcterms:W3CDTF">2026-09-22T22:56:54Z</dcterms:modified>
</cp:coreProperties>
</file>