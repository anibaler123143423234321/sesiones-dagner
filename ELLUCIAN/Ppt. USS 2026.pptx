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57" r:id="rId7"/>
    <p:sldId id="264" r:id="rId8"/>
    <p:sldId id="263" r:id="rId9"/>
    <p:sldId id="258" r:id="rId10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978" autoAdjust="0"/>
    <p:restoredTop sz="94660"/>
  </p:normalViewPr>
  <p:slideViewPr>
    <p:cSldViewPr snapToGrid="0">
      <p:cViewPr varScale="1">
        <p:scale>
          <a:sx n="146" d="100"/>
          <a:sy n="146" d="100"/>
        </p:scale>
        <p:origin x="18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1E04EB-066A-4AC4-BF1E-D6DE89F0BE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7337D2-11D4-4C14-8E75-CC54841D1F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1A229F-F221-481B-9DA3-522EE9DFC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57423-8AD7-4FF3-B3EF-AFB2D9FC2F89}" type="datetimeFigureOut">
              <a:rPr lang="es-PE" smtClean="0"/>
              <a:t>23/02/26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40A280-FB0B-4128-A0E0-3663CD4E1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B236ED-B044-4807-B923-92DAD6DF5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44874-DB0A-4B25-88B9-837AEF1477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94217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8F122C-CE27-46AF-8CBC-B5A37244F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39A5C1-2F69-45CB-BBAA-03A2E546F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9ACCA7-D5D1-4468-89A1-4F233F1E8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57423-8AD7-4FF3-B3EF-AFB2D9FC2F89}" type="datetimeFigureOut">
              <a:rPr lang="es-PE" smtClean="0"/>
              <a:t>23/02/26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810C1B-9422-4116-A582-DB142FA50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148A064-1030-4059-B591-806895A4C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44874-DB0A-4B25-88B9-837AEF1477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63541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9B4885-E594-43BC-9986-DB46E301C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579F8F-6C82-47B3-9617-9DBC227EFA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E5D032-CACF-4F18-BF6F-FD5794002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57423-8AD7-4FF3-B3EF-AFB2D9FC2F89}" type="datetimeFigureOut">
              <a:rPr lang="es-PE" smtClean="0"/>
              <a:t>23/02/26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780002-339D-4C3B-AB20-6B27AAF3A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1EFAD05-0A98-40C2-AFCE-89CF6A806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44874-DB0A-4B25-88B9-837AEF1477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19060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213824-A06F-4024-9251-A63D9AB3D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E0B42F-22C7-423F-9D7E-29E8FCD67F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A35929-653E-4419-B8CE-6DCCE47904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C14B422-9503-41C5-B065-87E7E580B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57423-8AD7-4FF3-B3EF-AFB2D9FC2F89}" type="datetimeFigureOut">
              <a:rPr lang="es-PE" smtClean="0"/>
              <a:t>23/02/26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7D00645-86D0-49AA-99C1-D26CE2255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7E9E99-2AB4-4234-865D-8A62932AE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44874-DB0A-4B25-88B9-837AEF1477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69760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BF8CC0-B3BB-4DE0-82FD-86E01EBEC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6A44B92-BFA8-4814-B99E-6A14057B5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B512257-913B-4E69-B516-C599E43A39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E18FCE0-7C33-4DA6-9D5C-99B18633D7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3C1D587-21CD-416C-B4FC-53EB8B4DF4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97329A3-CF5E-41E4-A4D8-20F00CB61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57423-8AD7-4FF3-B3EF-AFB2D9FC2F89}" type="datetimeFigureOut">
              <a:rPr lang="es-PE" smtClean="0"/>
              <a:t>23/02/26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A6C0871-CA9C-4ACF-B303-300FDC516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774589B-AA25-40BD-9161-41E300B4E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44874-DB0A-4B25-88B9-837AEF1477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14387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F3C60F-1F3F-4F96-B651-7B4EDE3CA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68DD4E9-360C-4CAF-B844-AA4B0DEF3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57423-8AD7-4FF3-B3EF-AFB2D9FC2F89}" type="datetimeFigureOut">
              <a:rPr lang="es-PE" smtClean="0"/>
              <a:t>23/02/26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4698021-A40A-421F-9C32-DB7EF9766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1DBA853-C6C4-4C4D-9B52-6DF82603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44874-DB0A-4B25-88B9-837AEF1477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49432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417E2AF-9A72-438B-87DF-C33B0639E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57423-8AD7-4FF3-B3EF-AFB2D9FC2F89}" type="datetimeFigureOut">
              <a:rPr lang="es-PE" smtClean="0"/>
              <a:t>23/02/26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4366EB2-A780-4989-8807-B964C81BE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BB2C3C9-4C8B-4026-8049-824556190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44874-DB0A-4B25-88B9-837AEF1477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9623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44322E-9149-4B70-8D8A-C1163A4D6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ACB80D-3732-4497-9809-C277EAB80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A3379F7-F021-46EE-8862-16DE47B4B1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C9726DB-A9FE-4C0C-B532-B8D107450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57423-8AD7-4FF3-B3EF-AFB2D9FC2F89}" type="datetimeFigureOut">
              <a:rPr lang="es-PE" smtClean="0"/>
              <a:t>23/02/26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BB8D556-51F8-4269-8F59-7805DECAF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3C66A6B-F9FF-4BB9-9CDC-484871378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44874-DB0A-4B25-88B9-837AEF1477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63830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C836C9-E100-43C9-B573-C626EDFA0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D0F6D83-83D4-4628-9E45-1B6250EFC4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F86B6D2-8A3B-4124-9BEB-EFDE0AE344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0BB072B-1D39-4AD5-94BD-6297C613B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57423-8AD7-4FF3-B3EF-AFB2D9FC2F89}" type="datetimeFigureOut">
              <a:rPr lang="es-PE" smtClean="0"/>
              <a:t>23/02/26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786B681-1135-48FE-B711-F787859B0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A04D527-673D-4331-83C3-89D51D930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44874-DB0A-4B25-88B9-837AEF1477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88419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9297C6-817C-4790-8622-019282860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0BC2E5D-AD1D-4639-BD18-411AA49C9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891164-1C14-446A-8242-50012B44B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57423-8AD7-4FF3-B3EF-AFB2D9FC2F89}" type="datetimeFigureOut">
              <a:rPr lang="es-PE" smtClean="0"/>
              <a:t>23/02/26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CA204D-6FC4-499A-B8D4-23837E7E4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6E47D65-D25F-4D7B-9D4A-BBC8F8A94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44874-DB0A-4B25-88B9-837AEF1477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27058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4549913-A5B5-4314-9EDA-8504450785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C7C6612-CD60-4CE4-A332-DDB7295EC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673E2F-BB52-4709-84ED-D02DF9BD6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57423-8AD7-4FF3-B3EF-AFB2D9FC2F89}" type="datetimeFigureOut">
              <a:rPr lang="es-PE" smtClean="0"/>
              <a:t>23/02/26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2619E4-4179-49C6-9957-8564056ED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90FEDB-19FE-462A-8280-1FDD3E5E8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44874-DB0A-4B25-88B9-837AEF1477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91803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E2DD5E6-2D29-4952-8B99-87F5A8368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7DE8337-A912-4E4F-AEC3-3ECCA4569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86C662-CA34-4631-BF1D-F9EBDE6504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57423-8AD7-4FF3-B3EF-AFB2D9FC2F89}" type="datetimeFigureOut">
              <a:rPr lang="es-PE" smtClean="0"/>
              <a:t>23/02/26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63F46C-9DC2-4752-A8AB-7B9F4411C8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5B532E-0B2F-4617-B256-5B7F65F739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844874-DB0A-4B25-88B9-837AEF1477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13551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B71FDB83-35B1-3DAE-EDD8-C2449C3B66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" y="0"/>
            <a:ext cx="12189533" cy="685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847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9BE1E8B3-7CA5-8BC4-E5BE-CAEF955B01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" y="0"/>
            <a:ext cx="12189533" cy="685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500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C210E-B030-C124-BC65-4D8F24FBD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435A3069-5099-E254-3B17-59C3FCB1C2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" y="0"/>
            <a:ext cx="12189533" cy="685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582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5BEF4-71BD-4E96-6212-0B002FD1D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A82AEEAE-A5D4-A25A-3F76-9D8DBDB28B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" y="0"/>
            <a:ext cx="12189533" cy="685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576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9874B-6B5D-3B97-D607-3A8C31A65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681F2CDE-B00D-864B-D36C-2FB33B49F0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" y="0"/>
            <a:ext cx="12189533" cy="685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686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D7A77C21-D000-5DED-2614-1C7DF1F624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" y="0"/>
            <a:ext cx="12189533" cy="685938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D5395EC-9B83-4EBF-B451-A4A52FBD8901}"/>
              </a:ext>
            </a:extLst>
          </p:cNvPr>
          <p:cNvSpPr txBox="1"/>
          <p:nvPr/>
        </p:nvSpPr>
        <p:spPr>
          <a:xfrm>
            <a:off x="2771473" y="2405316"/>
            <a:ext cx="66490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800" b="1" dirty="0">
                <a:solidFill>
                  <a:srgbClr val="00F000"/>
                </a:solidFill>
              </a:rPr>
              <a:t>INSERTA AQUÍ EL TÍTULO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F20EA2E-4884-1B9E-DE16-AB4A56D2BAAD}"/>
              </a:ext>
            </a:extLst>
          </p:cNvPr>
          <p:cNvSpPr txBox="1"/>
          <p:nvPr/>
        </p:nvSpPr>
        <p:spPr>
          <a:xfrm>
            <a:off x="3097619" y="3105834"/>
            <a:ext cx="59967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dirty="0">
                <a:solidFill>
                  <a:schemeClr val="bg1"/>
                </a:solidFill>
              </a:rPr>
              <a:t>Inserta aquí el </a:t>
            </a:r>
            <a:r>
              <a:rPr lang="es-ES" sz="3600" dirty="0" err="1">
                <a:solidFill>
                  <a:schemeClr val="bg1"/>
                </a:solidFill>
              </a:rPr>
              <a:t>SubTítulo</a:t>
            </a:r>
            <a:endParaRPr lang="es-E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2144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EDCC1-737A-AD2A-9928-C765EDCF5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Patrón de fondo&#10;&#10;El contenido generado por IA puede ser incorrecto.">
            <a:extLst>
              <a:ext uri="{FF2B5EF4-FFF2-40B4-BE49-F238E27FC236}">
                <a16:creationId xmlns:a16="http://schemas.microsoft.com/office/drawing/2014/main" id="{3354B5DE-1E6F-E493-CA92-DA81D39A02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776"/>
            <a:ext cx="12192000" cy="686077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EBC9E7E-7475-7D81-BD72-3C5E1C0DB700}"/>
              </a:ext>
            </a:extLst>
          </p:cNvPr>
          <p:cNvSpPr txBox="1"/>
          <p:nvPr/>
        </p:nvSpPr>
        <p:spPr>
          <a:xfrm>
            <a:off x="655362" y="2228671"/>
            <a:ext cx="59967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Inserta aquí tu texto</a:t>
            </a:r>
          </a:p>
          <a:p>
            <a:r>
              <a:rPr lang="es-ES" dirty="0"/>
              <a:t>…</a:t>
            </a:r>
          </a:p>
          <a:p>
            <a:r>
              <a:rPr lang="es-ES" dirty="0"/>
              <a:t>..</a:t>
            </a:r>
          </a:p>
          <a:p>
            <a:r>
              <a:rPr lang="es-ES" dirty="0"/>
              <a:t>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14865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3560C-E73E-2475-08E5-624500B08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Patrón de fondo&#10;&#10;El contenido generado por IA puede ser incorrecto.">
            <a:extLst>
              <a:ext uri="{FF2B5EF4-FFF2-40B4-BE49-F238E27FC236}">
                <a16:creationId xmlns:a16="http://schemas.microsoft.com/office/drawing/2014/main" id="{491CA1CC-4E13-8818-A779-39B63576B6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" y="0"/>
            <a:ext cx="12189533" cy="6859388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F1F1D8C8-D40C-3DFE-966B-8779A9AC3B04}"/>
              </a:ext>
            </a:extLst>
          </p:cNvPr>
          <p:cNvSpPr txBox="1"/>
          <p:nvPr/>
        </p:nvSpPr>
        <p:spPr>
          <a:xfrm>
            <a:off x="646654" y="2228671"/>
            <a:ext cx="59967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Inserta aquí tu texto</a:t>
            </a:r>
          </a:p>
          <a:p>
            <a:r>
              <a:rPr lang="es-ES" dirty="0"/>
              <a:t>…</a:t>
            </a:r>
          </a:p>
          <a:p>
            <a:r>
              <a:rPr lang="es-ES" dirty="0"/>
              <a:t>..</a:t>
            </a:r>
          </a:p>
          <a:p>
            <a:r>
              <a:rPr lang="es-ES" dirty="0"/>
              <a:t>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52298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, Cuadrado&#10;&#10;El contenido generado por IA puede ser incorrecto.">
            <a:extLst>
              <a:ext uri="{FF2B5EF4-FFF2-40B4-BE49-F238E27FC236}">
                <a16:creationId xmlns:a16="http://schemas.microsoft.com/office/drawing/2014/main" id="{D4E63572-DF68-DC51-6555-40AD82ECEB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" y="0"/>
            <a:ext cx="12189533" cy="685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3145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478</TotalTime>
  <Words>22</Words>
  <Application>Microsoft Macintosh PowerPoint</Application>
  <PresentationFormat>Panorámica</PresentationFormat>
  <Paragraphs>10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GENESIS VASQUEZ CHAVEZ</dc:creator>
  <cp:lastModifiedBy>IVAN JUNIOR CHUMIOQUE LLALLE</cp:lastModifiedBy>
  <cp:revision>5</cp:revision>
  <dcterms:created xsi:type="dcterms:W3CDTF">2025-01-14T21:53:50Z</dcterms:created>
  <dcterms:modified xsi:type="dcterms:W3CDTF">2026-02-23T20:08:05Z</dcterms:modified>
</cp:coreProperties>
</file>