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jp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jp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jp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jp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jp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jp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jp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jp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port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630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EPTU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conceptu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EPTU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conceptu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MENT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instrumen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MENT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instrumen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AD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nivel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ADOR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nivel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CION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funcio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CION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funcio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IENTAD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orient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IENTADOR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orient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gif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dicador de esp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1737360"/>
            <a:ext cx="1737360" cy="1737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127248" y="3639312"/>
            <a:ext cx="5943600" cy="84124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127248" y="3639312"/>
            <a:ext cx="5943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ESPERANDO A LOS COMPAÑEROS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4700016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comenzamos en unos minutos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5120640"/>
            <a:ext cx="9445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tu carpeta mi-portafolio y tu archivo de Figma. Hoy tu página responde al cursor.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718304" y="5861304"/>
            <a:ext cx="2761488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18304" y="5861304"/>
            <a:ext cx="2761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DISEÑO WEB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50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482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DISEÑO WEB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32304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Transiciones y animaciones CSS3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356616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566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2611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· transition · transform · @keyframes · el prototipo en Figma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8097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0840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Dagner Anibal Chuman Lluen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366760" y="228600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450592"/>
            <a:ext cx="28346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transform 0.2s;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.btn:hover 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transform: translateY(-2px);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50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¿Cómo te sientes hoy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50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¿Qué es CINFO? Conceptual, Instrumental, Nivelador, Funcional y Orient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50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nocimientos previos y definiciones cla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50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venimos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portafolio ya tiene color, letra y distribución. Todavía está quieto.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tienes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hojas de estilo con las variables de Figma.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Hero, Sobre mí y Contacto con Flexbox; Proyectos y el formulario con Grid.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diseño completo en Figma: Pasos 1 al 14.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sumas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3182112"/>
            <a:ext cx="4727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Estados: cómo se ve algo con el cursor encima.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Transiciones suaves entre un estado y otro.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 y animaciones que arrancan solas.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927080" cy="1298448"/>
          </a:xfrm>
          <a:prstGeom prst="roundRect">
            <a:avLst>
              <a:gd name="adj" fmla="val 7042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4736592"/>
            <a:ext cx="10305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 distinta a esta sesión 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hoy cada regla describía un solo momento. Ahora describes dos (el normal y el que aparece con el cursor) y le dices al navegador cómo pasar de uno a otro, en cuánto tiempo y con qué ritmo.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50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DE APRENDIZAJE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vas a lograr hoy?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615184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2670048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670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15184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2615184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estados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:hover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:active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:focus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un elemento.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19272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3374136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8408" y="33741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31927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Suavizar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3319272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de un estado a otro con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duración y curva.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4078224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4078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0233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023360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Desplazar, escalar y girar con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empujar a los vecinos.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727448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782312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782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4727448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4727448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con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una animación que arranca sola.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431536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8408" y="5486400"/>
            <a:ext cx="512064" cy="51206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408" y="5486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5431536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Prototipar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5431536"/>
            <a:ext cx="7178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en Figma un botón con variante Hover y Animación inteligente.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50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reparten las 4 horas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578608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615184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664208" y="25786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257860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:hover, :active y :focus; forzarlos en DevTools.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195560" y="25786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049524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086100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0861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664208" y="304952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Transiciones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304952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transition, duración, curvas y qué se puede animar.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195560" y="304952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557016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664208" y="35204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352044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translate, scale y rotate en botones y tarjetas.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195560" y="35204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991356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027932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40279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664208" y="39913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Animaciones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399135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@keyframes, animation y el movimiento reducido.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195560" y="399135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462272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4498848"/>
            <a:ext cx="347472" cy="347472"/>
          </a:xfrm>
          <a:prstGeom prst="ellipse">
            <a:avLst/>
          </a:prstGeom>
          <a:solidFill>
            <a:srgbClr val="5F676C"/>
          </a:solidFill>
          <a:ln w="12700">
            <a:solidFill>
              <a:srgbClr val="5F676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0120" y="4498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664208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195560" y="446227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933188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" y="4969764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0120" y="4969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664208" y="493318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Figma: el prototipo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349240" y="493318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Componente, variante Hover y Animación inteligente.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195560" y="49331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5404104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0120" y="5440680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60120" y="5440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664208" y="54041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en tu portafolio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349240" y="540410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Menú, botones, tarjetas y la entrada del Hero.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0195560" y="540410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min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50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elemento, varios momentos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:hover, :active y :focus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Forzar un estado en DevTools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escribe cada estado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19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50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ESTADOS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elemento, varios momentos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pseudo-clase selecciona un elemento solo mientras está en cierto estado.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280060" y="2615184"/>
            <a:ext cx="76471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/tmp/claude-0/-home-user-sesiones-dagner/2613c8c1-437c-54f4-94d9-b62c29473bbd/scratchpad/deck/img/s11-boton-esta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3212" y="2688336"/>
            <a:ext cx="7500816" cy="17739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681728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46817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:hover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46817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el cursor está encima.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46817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468172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Menú, botones, tarjetas, filas de la tabla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5202936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52029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:active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2468880" y="52029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se mantiene presionado.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520293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520293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.btn:active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botón se encoge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5724144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57241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:focus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2468880" y="57241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el elemento tiene el foco.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572414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572414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campo en el que escribes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50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ESTADOS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Forzar un estado en DevTools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estudiar un :hover sin perseguirlo con el mouse.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derecho sobre «Ver Proyectos» y elige </a:t>
            </a:r>
            <a:pPr algn="l" indent="0" marL="0">
              <a:buNone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Inspeccionar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615184"/>
            <a:ext cx="35204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:hov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83280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pestaña </a:t>
            </a:r>
            <a:pPr algn="l" indent="0" marL="0">
              <a:buNone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arriba a la derecha. Aparecen casillas con los estados.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615184"/>
            <a:ext cx="35204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:hover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botón queda en su estado Hover y en Styles aparece la regla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.btn-primary:hover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507992"/>
            <a:ext cx="489204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.btn-primary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            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normal */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var(--color-primary);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.btn-primary:hover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      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con el cursor */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var(--color-primary-hover);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434340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28816" y="4343400"/>
            <a:ext cx="47274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espacio: </a:t>
            </a:r>
            <a:pPr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.btn:hover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«el botón cuando tiene el cursor encima». Con espacio, </a:t>
            </a:r>
            <a:pPr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 :hover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sería «cualquier cosa con el cursor encima dentro del botón».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50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Transiciones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Instantáneo o con transición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partes de transition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y curva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puede animar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85216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58521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58521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subrayado del menú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22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50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TRANSICIONES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Instantáneo o con transición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:hover. La diferencia es si el navegador pasa por los valores intermedios.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724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Instantáneo (sin transition)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estaba tu portafolio hasta hoy.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347472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426110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19072" y="347472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73352" y="426110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23744" y="347472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78024" y="426110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28416" y="347472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0B0F1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82696" y="426110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33088" y="347472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0B0F1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87368" y="426110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ms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347472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0B0F1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426110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5354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8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color salta de golpe.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2615184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2724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transition: color 0.2s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0175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Figma: Animación inteligente.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347472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9CA3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426110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96912" y="347472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7F85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51192" y="426110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01584" y="347472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6268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55864" y="426110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906256" y="347472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454A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60536" y="426110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710928" y="347472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282D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65208" y="426110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ms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515600" y="347472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0B0F1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469880" y="426110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ms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45354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color pasa por todos los tonos intermedios.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5120640"/>
            <a:ext cx="10927080" cy="868680"/>
          </a:xfrm>
          <a:prstGeom prst="roundRect">
            <a:avLst>
              <a:gd name="adj" fmla="val 10526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68680" y="5285232"/>
            <a:ext cx="104698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a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color: #9CA3AF; transition: color 0.2s ease; }   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la transición va en la regla normal */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a:hover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color: #0B0F19; }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50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TRANSICIONES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partes de transition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escribe en la regla normal, no en :hover: así el cambio es suave al entrar y al salir.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777240"/>
          </a:xfrm>
          <a:prstGeom prst="roundRect">
            <a:avLst>
              <a:gd name="adj" fmla="val 11765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10469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transition:  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0.2s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ease-out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0s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566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propiedad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3566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anima. Varias, separadas por comas.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35661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35661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142232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1422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duración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41422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tarda, en segundos o milisegundos.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414223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414223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0.2s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lo mismo que 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718304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7183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curva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47183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ritmo: cómo se reparte el cambio en el tiempo.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4718304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471830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ease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ease-out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cubic-bezier(…)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294376"/>
            <a:ext cx="1092708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29437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retraso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651760" y="52943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espera antes de empezar. Es opcional.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5294376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529437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83387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propiedades: transition: background-color 0.2s ease, transform 0.2s ease-out;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50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TRANSICIONES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curva: el ritmo del cambio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tardan lo mismo. Cambia cómo se reparte el avance en ese tiempo.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949440" cy="3426927"/>
          </a:xfrm>
          <a:prstGeom prst="roundRect">
            <a:avLst>
              <a:gd name="adj" fmla="val 2668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/tmp/claude-0/-home-user-sesiones-dagner/2613c8c1-437c-54f4-94d9-b62c29473bbd/scratchpad/deck/img/cur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6803136" cy="328062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2615184"/>
            <a:ext cx="3794760" cy="3566160"/>
          </a:xfrm>
          <a:prstGeom prst="roundRect">
            <a:avLst>
              <a:gd name="adj" fmla="val 2564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27432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debe durar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3108960"/>
            <a:ext cx="33832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y 400 ms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100 ms no se nota.</a:t>
            </a:r>
            <a:endParaRPr lang="en-US" sz="11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500 ms hace lenta la página.</a:t>
            </a:r>
            <a:endParaRPr lang="en-US" sz="11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y colores: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0.2s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e imágenes: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0.4s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cursor, 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ease-out</a:t>
            </a:r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arranca rápido y la respuesta se siente inmediata.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50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TRANSICIONES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de movimiento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los colores de Figma: se escriben una vez en :root y todo el sitio las usa.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035040" cy="2286000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5778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… colores, letras y radios … */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--color-primary-hover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#05A3B0;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--duration-fast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0.2s; 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botones y colores */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--duration-base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0.4s;    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tarjetas e imágenes */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--ease-out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cubic-bezier(0.22, 1, 0.36, 1);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6035040" cy="91440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5193792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transform var(--duration-fast) var(--ease-out);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26151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281160" y="26151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global.css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0" y="2889504"/>
            <a:ext cx="47091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0" y="2889504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Relleno de la variante Hover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2889504"/>
            <a:ext cx="228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0" y="2889504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--color-primary-hover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0" y="3657600"/>
            <a:ext cx="47091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365760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200 ms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3657600"/>
            <a:ext cx="228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365760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--duration-fast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0" y="4425696"/>
            <a:ext cx="47091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0" y="442569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Tarjetas: 400 ms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098280" y="4425696"/>
            <a:ext cx="228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442569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--duration-base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0" y="5193792"/>
            <a:ext cx="47091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40880" y="5193792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Salida suave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098280" y="5193792"/>
            <a:ext cx="228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0" y="5193792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--ease-out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50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TRANSICIONES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puede animar?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 que tiene valores intermedios. Lo demás cambia de golpe aunque tenga transition.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anima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Colores: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border-color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Medidas: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background-size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opacity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box-shadow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8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de golpe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3182112"/>
            <a:ext cx="4727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hay mitad.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font-family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otros valores con nombre.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altura en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navegador no sabe hacia dónde va.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919472"/>
            <a:ext cx="10927080" cy="1024128"/>
          </a:xfrm>
          <a:prstGeom prst="roundRect">
            <a:avLst>
              <a:gd name="adj" fmla="val 8929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4919472"/>
            <a:ext cx="103052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más fluidas: transform y opacity. 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las anima sin recalcular la página. Si algo debe moverse, usa </a:t>
            </a:r>
            <a:pPr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no </a:t>
            </a:r>
            <a:pPr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 </a:t>
            </a:r>
            <a:pPr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Y nunca escribas </a:t>
            </a:r>
            <a:pPr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transition: all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anima también lo que no querías.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50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TRANSICIONES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subrayado animado del menú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degradado de un solo color como imagen de fondo (sesión 09), que crece de 0 % a 100 %.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3429000"/>
          </a:xfrm>
          <a:prstGeom prst="roundRect">
            <a:avLst>
              <a:gd name="adj" fmla="val 266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852160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a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var(--color-text-muted);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padding-bottom: 4px;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background-image: linear-gradient(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var(--color-primary), var(--color-primary));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background-size: 0% 2px;        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ancho 0 */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background-position: left bottom;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background-repeat: no-repeat;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color var(--duration-fast) ease,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background-size var(--duration-base) var(--ease-out);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a:hover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var(--color-text-primary);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background-size: 100% 2px;      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ancho completo */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0" y="2615184"/>
            <a:ext cx="4434840" cy="2272245"/>
          </a:xfrm>
          <a:prstGeom prst="roundRect">
            <a:avLst>
              <a:gd name="adj" fmla="val 4024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8" name="Image 0" descr="/tmp/claude-0/-home-user-sesiones-dagner/2613c8c1-437c-54f4-94d9-b62c29473bbd/scratchpad/deck/img/s11-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2" y="2688336"/>
            <a:ext cx="4288536" cy="212594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32320" y="5120640"/>
            <a:ext cx="4434840" cy="923544"/>
          </a:xfrm>
          <a:prstGeom prst="roundRect">
            <a:avLst>
              <a:gd name="adj" fmla="val 990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43216" y="5120640"/>
            <a:ext cx="3813048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arriba abajo: 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reposo, a los 60 ms y a los 400 ms. Solo cambian el color del texto y el ancho del fondo.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50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translate, scale, rotate y skew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no empuja a los vecinos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botones del Hero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tarjetas de proyecto y contacto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19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50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TRANSFORMACIONES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funciones de transform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punteada es el lugar original. La caja se transforma después de colocarse en la página.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505603" y="2615184"/>
            <a:ext cx="7196033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/tmp/claude-0/-home-user-sesiones-dagner/2613c8c1-437c-54f4-94d9-b62c29473bbd/scratchpad/deck/img/trans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755" y="2688336"/>
            <a:ext cx="7049729" cy="21854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12064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5120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Varias a la vez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108960" y="5120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Separadas por espacios; se aplican en orden.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5120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5120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translateY(0) scale(0.98)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5650992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5650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transform-origin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108960" y="56509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desde el que se escala o se gira.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406640" y="565099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0" y="565099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defecto, el centro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50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TRANSFORMACIONES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no empuja a los vecinos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es la propiedad para mover algo al pasar el cursor.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724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840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margin-top: 4px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3200400"/>
            <a:ext cx="4251960" cy="457200"/>
          </a:xfrm>
          <a:prstGeom prst="roundRect">
            <a:avLst>
              <a:gd name="adj" fmla="val 20000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32004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Párrafo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88720" y="3840480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9AA2A7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188720" y="4069080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06B6C4"/>
          </a:solidFill>
          <a:ln w="12700">
            <a:solidFill>
              <a:srgbClr val="06B6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406908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20440" y="4069080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1F23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406908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188720" y="4800600"/>
            <a:ext cx="4251960" cy="365760"/>
          </a:xfrm>
          <a:prstGeom prst="roundRect">
            <a:avLst>
              <a:gd name="adj" fmla="val 25000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88720" y="48006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3766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17920" y="2615184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2724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transform: translateY(-2px)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3200400"/>
            <a:ext cx="4251960" cy="457200"/>
          </a:xfrm>
          <a:prstGeom prst="roundRect">
            <a:avLst>
              <a:gd name="adj" fmla="val 20000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32004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Párrafo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3840480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9AA2A7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766560" y="3730752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06B6C4"/>
          </a:solidFill>
          <a:ln w="12700">
            <a:solidFill>
              <a:srgbClr val="06B6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0" y="373075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98280" y="3840480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1F232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098280" y="384048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B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766560" y="4572000"/>
            <a:ext cx="4251960" cy="365760"/>
          </a:xfrm>
          <a:prstGeom prst="roundRect">
            <a:avLst>
              <a:gd name="adj" fmla="val 25000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45720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53766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4864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4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margin, el botón empuja al otro botón y a todo lo que sigue.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54864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transform, solo se mueve el botón: lo demás no se entera.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50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TRANSFORMACIONES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botones del Hero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en la regla normal; el cambio en :hover; el clic en :active.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3429000"/>
          </a:xfrm>
          <a:prstGeom prst="roundRect">
            <a:avLst>
              <a:gd name="adj" fmla="val 2667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852160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background-color var(--duration-fast) ease,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box-shadow var(--duration-fast) ease,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transform var(--duration-fast) var(--ease-out);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.btn-primary:hover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var(--color-primary-hover);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box-shadow: 0 4px 14px rgba(6, 182, 196, 0.35);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transform: translateY(-2px);    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sube 2 px */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.btn:active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                  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después de :hover */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transform: translateY(0) scale(0.98);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0" y="2615184"/>
            <a:ext cx="4434840" cy="1160539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8" name="Image 0" descr="/tmp/claude-0/-home-user-sesiones-dagner/2613c8c1-437c-54f4-94d9-b62c29473bbd/scratchpad/deck/img/s11-boton-estad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2" y="2688336"/>
            <a:ext cx="4288536" cy="101423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32320" y="4343400"/>
            <a:ext cx="4434840" cy="1700784"/>
          </a:xfrm>
          <a:prstGeom prst="roundRect">
            <a:avLst>
              <a:gd name="adj" fmla="val 5376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43216" y="4343400"/>
            <a:ext cx="381304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importa: </a:t>
            </a:r>
            <a:pPr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.btn:active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.btn-primary:hover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tienen la misma especificidad (0-2-0). Al presionar se cumplen las dos, y gana la que está escrita después. Por eso </a:t>
            </a:r>
            <a:pPr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:active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 al final.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50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TRANSFORMACIONES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tarjetas: sube, se acerca, gira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:hover en la tarjeta puede cambiar a sus hijos: selector de :hover + descendiente.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035040" cy="2063918"/>
          </a:xfrm>
          <a:prstGeom prst="roundRect">
            <a:avLst>
              <a:gd name="adj" fmla="val 4430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/tmp/claude-0/-home-user-sesiones-dagner/2613c8c1-437c-54f4-94d9-b62c29473bbd/scratchpad/deck/img/s11-proyecto-h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688336"/>
            <a:ext cx="5888736" cy="191761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074920"/>
            <a:ext cx="6035040" cy="960120"/>
          </a:xfrm>
          <a:prstGeom prst="roundRect">
            <a:avLst>
              <a:gd name="adj" fmla="val 952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5239512"/>
            <a:ext cx="5577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.project-card:hover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transform: translateY(-6px); 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.project-card:hover .project-image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transform: scale(1.05); }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213180" y="2615184"/>
            <a:ext cx="39988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10" name="Image 1" descr="/tmp/claude-0/-home-user-sesiones-dagner/2613c8c1-437c-54f4-94d9-b62c29473bbd/scratchpad/deck/img/s11-contacto-h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332" y="2688336"/>
            <a:ext cx="3852496" cy="218541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858000" y="5074920"/>
            <a:ext cx="4709160" cy="960120"/>
          </a:xfrm>
          <a:prstGeom prst="roundRect">
            <a:avLst>
              <a:gd name="adj" fmla="val 9524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086600" y="5239512"/>
            <a:ext cx="4251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.contact-card:hover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transform: translateX(4px);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.contact-card:hover .contact-icon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transform: rotate(-10deg) scale(1.08); }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50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Animaciones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o animación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fotogramas clave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partes de animation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reducido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19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50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ANIMACIONES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o animación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mueven cosas. Cambia qué las pone en marcha.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un cambio de estado: el cursor entra o sale.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de un valor a otro: solo dos puntos.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portafolio: menú, botones y tarjetas.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+ @keyframes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3182112"/>
            <a:ext cx="4727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 sola, al cargar la página.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tener varios puntos intermedios y repetirse.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portafolio: la entrada del Hero y el cursor del código.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919472"/>
            <a:ext cx="10927080" cy="1024128"/>
          </a:xfrm>
          <a:prstGeom prst="roundRect">
            <a:avLst>
              <a:gd name="adj" fmla="val 8929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4919472"/>
            <a:ext cx="103052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Úsalas con medida: 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animación al cargar llama la atención una vez. Si todo se mueve todo el tiempo, nada destaca y la página cansa. En tu portafolio solo se anima la entrada del Hero y un cursor de 8 px.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50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ANIMACIONES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fotogramas clave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 describe la animación con un nombre. animation la aplica a un elemento.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4937760" cy="2331720"/>
          </a:xfrm>
          <a:prstGeom prst="roundRect">
            <a:avLst>
              <a:gd name="adj" fmla="val 3922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448056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 aparecer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              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0 % */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opacity: 0;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transform: translateY(24px);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                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100 % */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opacity: 1;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transform: translateY(0);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5074920"/>
            <a:ext cx="4937760" cy="91440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5239512"/>
            <a:ext cx="4480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.hero-left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animation: aparecer 0.8s var(--ease-out) both; }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.hero-right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animation: aparecer 0.8s var(--ease-out) 0.2s both; 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30792" y="2615184"/>
            <a:ext cx="4466295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10" name="Image 0" descr="/tmp/claude-0/-home-user-sesiones-dagner/2613c8c1-437c-54f4-94d9-b62c29473bbd/scratchpad/deck/img/s11-hero-2x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944" y="2688336"/>
            <a:ext cx="4319991" cy="255117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60720" y="5413248"/>
            <a:ext cx="5806440" cy="621792"/>
          </a:xfrm>
          <a:prstGeom prst="roundRect">
            <a:avLst>
              <a:gd name="adj" fmla="val 14706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71616" y="5413248"/>
            <a:ext cx="5184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from y to 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poner los porcentajes que quieras: </a:t>
            </a:r>
            <a:pPr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pPr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50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ANIMACIONES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partes de animation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escriben en una línea. Solo el nombre y la duración son obligatorios.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731520"/>
          </a:xfrm>
          <a:prstGeom prst="roundRect">
            <a:avLst>
              <a:gd name="adj" fmla="val 125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10469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animation: 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aparecer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0.8s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var(--ease-out)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0.2s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493008"/>
            <a:ext cx="109270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493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349300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 </a:t>
            </a:r>
            <a:pPr algn="l"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escrito igual.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49300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3493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aparecer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109270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931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duración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93192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dura una vuelta. Sin ella dura 0 s.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393192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543800" y="3931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370832"/>
            <a:ext cx="109270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3708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curva y retraso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926080" y="437083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en </a:t>
            </a:r>
            <a:pPr algn="l"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437083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43708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var(--ease-out)</a:t>
            </a:r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809744"/>
            <a:ext cx="109270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48097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repeticiones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926080" y="4809744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 veces; </a:t>
            </a:r>
            <a:pPr algn="l"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infinite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sin fin.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480974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48097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defecto · el cursor: </a:t>
            </a:r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infinite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5248656"/>
            <a:ext cx="109270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52486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dirección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926080" y="5248656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pPr algn="l"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alternate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ida y vuelta.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524865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543800" y="52486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687568"/>
            <a:ext cx="1092708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4400" y="56875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relleno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926080" y="568756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muestra antes de empezar y al terminar.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178040" y="568756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543800" y="56875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</a:t>
            </a:r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</a:t>
            </a:r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esperar, el </a:t>
            </a:r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final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50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ANIMACIONES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cursor que parpadea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pseudo-elemento ::after al final del código, sin tocar el HTML.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760720" cy="2743200"/>
          </a:xfrm>
          <a:prstGeom prst="roundRect">
            <a:avLst>
              <a:gd name="adj" fmla="val 3333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30352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.code-body code::after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content: "";            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sin content no hay caja */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inline-block;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8px;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1.1em;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var(--color-primary);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animation: parpadeo 1s steps(1) infinite;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 parpadeo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50% { opacity: 0; 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0" y="2615184"/>
            <a:ext cx="4983480" cy="2509078"/>
          </a:xfrm>
          <a:prstGeom prst="roundRect">
            <a:avLst>
              <a:gd name="adj" fmla="val 3644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8" name="Image 0" descr="/tmp/claude-0/-home-user-sesiones-dagner/2613c8c1-437c-54f4-94d9-b62c29473bbd/scratchpad/deck/img/s11-codi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6832" y="2688336"/>
            <a:ext cx="4837176" cy="236277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5532120"/>
            <a:ext cx="10927080" cy="548640"/>
          </a:xfrm>
          <a:prstGeom prst="roundRect">
            <a:avLst>
              <a:gd name="adj" fmla="val 16667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50976" y="5532120"/>
            <a:ext cx="10305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steps(1): 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valores intermedios. El cursor se apaga y se enciende de golpe, como en un editor de código.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50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ANIMACIONES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entrada del Hero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PowerPoint la imagen se reproduce en bucle. Al recargar tu portada, la ves una sola vez.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632440" y="2615184"/>
            <a:ext cx="6942361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CFD5D9"/>
            </a:solidFill>
            <a:prstDash val="solid"/>
          </a:ln>
        </p:spPr>
      </p:sp>
      <p:pic>
        <p:nvPicPr>
          <p:cNvPr id="6" name="Image 0" descr="/tmp/claude-0/-home-user-sesiones-dagner/2613c8c1-437c-54f4-94d9-b62c29473bbd/scratchpad/deck/img/s11-hero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5592" y="2688336"/>
            <a:ext cx="6796057" cy="35112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50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ANIMACIONES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reducido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 personas se marean con las animaciones y lo piden en su sistema. Tu página debe respetarlo.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1965960"/>
          </a:xfrm>
          <a:prstGeom prst="roundRect">
            <a:avLst>
              <a:gd name="adj" fmla="val 465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85216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(prefers-reduced-motion: reduce)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*, *::before, *::after {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animation-duration: 0.01ms !important;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animation-iteration-count: 1 !important;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transition-duration: 0.01ms !important;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132320" y="2615184"/>
            <a:ext cx="4434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96912" y="267919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6912" y="2679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90688" y="261518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842248" y="261518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› Accesibilidad › Efectos visuales.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0" y="3140964"/>
            <a:ext cx="4434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96912" y="320497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6912" y="32049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314096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842248" y="31409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Shift + P › escribe rendering › Show Rendering.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0" y="3666744"/>
            <a:ext cx="4434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6912" y="373075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6912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790688" y="366674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842248" y="366674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prefers-reduced-motion: reduce y recarga.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4192524"/>
            <a:ext cx="44348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6912" y="425653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96912" y="42565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790688" y="419252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842248" y="419252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Hero aparece ya en su sitio y nada se desliza.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754880"/>
            <a:ext cx="6309360" cy="1234440"/>
          </a:xfrm>
          <a:prstGeom prst="roundRect">
            <a:avLst>
              <a:gd name="adj" fmla="val 7407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0976" y="4754880"/>
            <a:ext cx="5687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!important es la excepción: 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a cualquier regla, sin importar la especificidad ni el orden. No lo uses para arreglar una regla que no se aplica. Aquí sí tiene sentido: este bloque debe ganar a todas las transiciones del sitio.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50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27248" y="2651760"/>
            <a:ext cx="5943600" cy="960120"/>
          </a:xfrm>
          <a:prstGeom prst="roundRect">
            <a:avLst>
              <a:gd name="adj" fmla="val 49524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127248" y="26517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 · 15 MINUTOS</a:t>
            </a:r>
            <a:endParaRPr lang="en-US" sz="2000" dirty="0"/>
          </a:p>
        </p:txBody>
      </p:sp>
      <p:pic>
        <p:nvPicPr>
          <p:cNvPr id="4" name="Image 0" descr="Indicador de esp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39776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5321808"/>
            <a:ext cx="9445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volver hacemos el prototipo del botón en Figma y llevamos todo al portafolio. Ten abiertos tu carpeta y tu archivo de Figma.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50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strumental: aplicación del conocimiento con ejercicios y demostracio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50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FIGMA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 hoy: el botón con estados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Ampliación del manual, después del Paso 14. Cada clic está en la Guía de Figma de la sesión.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 una copia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btn-primary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arrástralo fuera de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mi-portafolio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 lienzo gris.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Alt + K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El icono cambia a cuatro rombos morados.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variante (Add variant)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Renómbralas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Estado=Predeterminado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Estado=Hover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variante Hover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Relleno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05A3B0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Sombra paralela: Y 4, Desenfoque 14,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06B6C4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35.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se pasa el cursor › Cambiar a › Hover. Animación inteligente, Salida suave, 200 ms.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360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y prueba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una instancia en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hero-actions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Shift + R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pulsa </a:t>
            </a:r>
            <a:pPr algn="l" indent="0" marL="0">
              <a:buNone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05332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Figma está en inglés: While hovering, Change to, Smart animate y Ease out.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50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FIGMA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prototipo al código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pieza de la interacción de Figma tiene su propiedad en CSS.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587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40680" y="2587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CSS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270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8346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Estado=Predeterminado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83464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283464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.btn-primary { … 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109270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33375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Estado=Hover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333756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333756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.btn-primary:hover { … }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109270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384048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se pasa el cursor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84048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84048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:hover (vuelve sola al salir)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109270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" y="43434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Animación inteligente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434340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34340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846320"/>
            <a:ext cx="109270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6112" y="484632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suave · 200 ms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484632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484632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var(--duration-fast) var(--ease-out)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349240"/>
            <a:ext cx="109270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6112" y="53492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Relleno 05A3B0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534924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534924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background-color: var(--color-primary-hover);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5852160"/>
            <a:ext cx="1092708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6112" y="58521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Sombra paralela Y 4 · Desenfoque 14 · 35 %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0" y="585216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40680" y="585216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box-shadow: 0 4px 14px rgba(6, 182, 196, 0.35);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50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PRÁCTICA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juntos: las variables y el menú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global.css y header.css. Pasos 1 y 2 de la guía de código.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3529584"/>
          </a:xfrm>
          <a:prstGeom prst="roundRect">
            <a:avLst>
              <a:gd name="adj" fmla="val 259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global.css, al final de :root */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--color-primary-hover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#05A3B0;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--duration-fast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0.2s;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--duration-base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0.4s;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--ease-out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cubic-bezier(0.22, 1, 0.36, 1);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header.css, el botón de la cabecera */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&gt; a[href="contactame.html"]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background-color var(--duration-fast) ease,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color var(--duration-fast) ease;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 a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transition: color var(--duration-fast) ease; 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0" y="261518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96912" y="271576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691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90688" y="2615184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842248" y="261518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de movimiento y el color Hover.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0" y="3214116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96912" y="331470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6912" y="33147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3214116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842248" y="321411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fondo de 0 % y su transition.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0" y="3813048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6912" y="391363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6912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790688" y="381304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:hover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842248" y="381304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oscuro y fondo al 100 %.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4411980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6912" y="451256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96912" y="45125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790688" y="441198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842248" y="441198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botón Contacto se rellena.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32320" y="5010912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96912" y="511149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96912" y="5111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790688" y="5010912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842248" y="501091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enlaces cambian a azul.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32320" y="560984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6912" y="571042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96912" y="57104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90688" y="5609844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842248" y="560984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el cursor y fuerza :hover en DevTools.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50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PRÁCTICA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juntos: los botones del Hero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index.css, bloque 3. Paso 3 de la guía de código.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3529584"/>
          </a:xfrm>
          <a:prstGeom prst="roundRect">
            <a:avLst>
              <a:gd name="adj" fmla="val 259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AA3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… lo de la sesión 10 … */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transition: background-color var(--duration-fast) ease,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border-color var(--duration-fast) ease,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box-shadow var(--duration-fast) ease,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transform var(--duration-fast) var(--ease-out);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.btn-primary:hover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background-color: var(--color-primary-hover);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border-color: var(--color-primary-hover);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box-shadow: 0 4px 14px rgba(6, 182, 196, 0.35);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transform: translateY(-2px);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.btn-secondary:hover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background-color: rgba(11, 15, 25, 0.05);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FE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.btn:active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transform: translateY(0) scale(0.98); 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0" y="261518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96912" y="271576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691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90688" y="2615184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842248" y="261518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.btn: cuatro propiedades.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0" y="3214116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96912" y="331470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6912" y="33147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3214116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Primario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842248" y="3214116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Hover, sombra y sube 2 px.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0" y="3813048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6912" y="391363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6912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790688" y="381304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Secundario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842248" y="381304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gris casi transparente.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4411980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6912" y="451256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96912" y="45125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790688" y="441198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842248" y="441198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final: se encoge al 98 %.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32320" y="5010912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96912" y="511149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96912" y="5111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790688" y="5010912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842248" y="501091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prototipo de Figma.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32320" y="560984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6912" y="571042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96912" y="57104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90688" y="5609844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842248" y="560984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nada empuje a los vecinos.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50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PRÁCTICA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tú: tarjetas, Hero y movimiento reducido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30 minutos. Pasos 4 al 7 de la guía de código.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.project-card:hover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sube 6 px con sombra; su imagen hace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scale(1.05)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fila se desplaza 4 px y su círculo gira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-10deg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aparecer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parpadeo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antes de las media queries.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Hero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columnas con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la derecha, con 0.2 s de retraso y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resto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en enlaces, botones del formulario, campos y filas de la tabla.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360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reducido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10 de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global.css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Pruébalo con Show Rendering.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05332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terminas antes: haz en Figma la variante Hover de project-card con su Sombra paralela.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50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· Codificar con IA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EXTRA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del buen prompt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prompt y buen prompt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de hoy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30352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53035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30352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con 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19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50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· IA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del buen prompt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con ChatGPT, Gemini, Claude o Copilot. Escríbelo en español y en un solo mensaje.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debe ser la IA. Actúa como docente de CSS que explica a principiantes.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tienes y qué usas. Mi portafolio usa HTML y CSS propio, con variables en </a:t>
            </a:r>
            <a:pPr algn="l"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Este es mi código: 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cosa, concreta. Escribe la regla </a:t>
            </a:r>
            <a:pPr algn="l"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:hover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botón </a:t>
            </a:r>
            <a:pPr algn="l" indent="0" marL="0">
              <a:buNone/>
            </a:pPr>
            <a:r>
              <a:rPr lang="en-US" sz="11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.btn-primary</a:t>
            </a:r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debe hacer. Usa mis variables, no cambies el HTML y no uses JavaScript.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quieres la respuesta. Solo el CSS y una línea de explicación por propiedad.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360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la respuesta en el validador, en el navegador y contra tu Figma antes de usarla.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50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· IA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 prompt y buen prompt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Transiciones, transformaciones y animaciones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246120" cy="2377440"/>
          </a:xfrm>
          <a:prstGeom prst="roundRect">
            <a:avLst>
              <a:gd name="adj" fmla="val 3846"/>
            </a:avLst>
          </a:prstGeom>
          <a:solidFill>
            <a:srgbClr val="FDECEC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432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no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54680"/>
            <a:ext cx="2834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«Hazme una animación bonita para mi página.»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69080" y="2615184"/>
            <a:ext cx="7498080" cy="2377440"/>
          </a:xfrm>
          <a:prstGeom prst="roundRect">
            <a:avLst>
              <a:gd name="adj" fmla="val 3846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2779776"/>
            <a:ext cx="70408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docente de CSS. En mi portafolio, el botón .btn-primary tiene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este CSS: [pega el bloque]. En Figma, su variante Hover tiene Relleno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#05A3B0 y una sombra Y 4, Desenfoque 14, color #06B6C4 al 35 %. Escribe solo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regla .btn-primary:hover y la transition de 0.2s con salida suave, usando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 variables --color-primary-hover y --duration-fast. No cambies el HTML ni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 JavaScript. Explica cada propiedad en una línea.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0698480" y="26517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D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SÍ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5138928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5422392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5138928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qué elemento, con qué valores de Figma y con qué variables.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5138928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44568" y="5422392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44568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5138928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 lo que la IA puede cambiar.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5138928"/>
            <a:ext cx="3520440" cy="960120"/>
          </a:xfrm>
          <a:prstGeom prst="roundRect">
            <a:avLst>
              <a:gd name="adj" fmla="val 9524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47888" y="5422392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47888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5138928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una explicación que tú puedes comprobar.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50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· IA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de hoy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lo que está entre corchetes por tu código. Los prompts completos están en la guía Extra de IA.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61518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entrada del Hero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615184"/>
            <a:ext cx="7726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Tengo este HTML del Hero: [pega]. Quiero que el título y el párrafo aparezcan subiendo 16px y pasando de transparentes a visibles, uno después del…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438144"/>
            <a:ext cx="10927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43814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tarjetas que se levantan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438144"/>
            <a:ext cx="7726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tarjetas .project-card tienen borde y radio de 12px. Escribe un :hover que las suba 4px con transform y aumente la sombra a 0 16px 32px rgba(11,…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4261104"/>
            <a:ext cx="10927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26110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el error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4261104"/>
            <a:ext cx="7726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transición solo se ve al entrar el cursor, no al salir: [pega el CSS]. Dime la causa en una frase y el cambio mínimo para arreglarla. No…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5084064"/>
            <a:ext cx="109270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508406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la diferencia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5084064"/>
            <a:ext cx="7726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Explícame con un ejemplo de cinco líneas la diferencia entre transition y animation, y cuándo conviene cada una en un portafolio.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50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· IA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con IA y la revisión final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propone; tú decides con el manual y la guía de la sesión.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con IA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con IA: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Selecciona tus marcos y busca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prototype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Acciones. La IA propone las conexiones; revisa que el botón use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se pasa el cursor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**Animación…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de capas: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layers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cambia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 12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nombres con sentido. Después, corrige los que no coincidan con el manual: la IA puede llamar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tu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btn-primary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diseño al código: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Pídele a tu asistente que traduzca la variante Hover a CSS y compárala con la tabla «En Figma · En tu CSS» de la guía de Figma de la sesión 11.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2743200"/>
          </a:xfrm>
          <a:prstGeom prst="roundRect">
            <a:avLst>
              <a:gd name="adj" fmla="val 3333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usar lo que te dio la IA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3182112"/>
            <a:ext cx="47274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animación respeta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prefers-reduced-motion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animan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opacity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colores y sombras.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duraciones usan tus variables, como 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--duration-fast</a:t>
            </a:r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hover se ve igual que la variante Hover de Figma.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5486400"/>
            <a:ext cx="10927080" cy="621792"/>
          </a:xfrm>
          <a:prstGeom prst="roundRect">
            <a:avLst>
              <a:gd name="adj" fmla="val 14706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5486400"/>
            <a:ext cx="10305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bitácora de prompts: </a:t>
            </a:r>
            <a:pPr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el prompt, lo que te dio, lo que corregiste y cómo lo comprobaste. Va en tu proyecto integrador.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50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ivelador: nivel de comprensión del estudia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50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mentalmente cada punto. Si dudas en alguno, pregunta ahora.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883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26151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qué hacen :hover, :active y :focus, y puedo forzarlos en DevTools.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0723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1455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30723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Escribo transition en la regla normal, no en la de :hover.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95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6027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71600" y="35295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Puedo nombrar las cuatro partes de transition: propiedad, duración, curva y retraso.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867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0599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71600" y="39867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por qué ease-out es la curva para responder al cursor.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4439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5171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71600" y="44439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Muevo con transform, no con margin: así no empujo a los vecinos.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9011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9743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71600" y="49011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Distingo una transición de una animación con @keyframes.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53583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54315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71600" y="53583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qué hace animation-fill-mode: both.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815584"/>
            <a:ext cx="1092708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5888736"/>
            <a:ext cx="292608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177E8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371600" y="5815584"/>
            <a:ext cx="9921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página respeta prefers-reduced-motion.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50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de consultas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parte quedó menos clara?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¿No se anima?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Escribí transition y el cambio sigue de golpe.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93592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¿Solo al entrar?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suave al entrar y brusco al salir.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1344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64224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¿Parpadea?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Hero aparece, desaparece y vuelve.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51976" y="2724912"/>
            <a:ext cx="2633472" cy="1892808"/>
          </a:xfrm>
          <a:prstGeom prst="roundRect">
            <a:avLst>
              <a:gd name="adj" fmla="val 483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34856" y="298094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el celular?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180576" y="345643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 :hover sin cursor?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55464"/>
            <a:ext cx="1092708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0976" y="5010912"/>
            <a:ext cx="10305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movimiento no sale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" y="5376672"/>
            <a:ext cx="1030528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en este orden: que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esté en la regla normal, que nombre la misma propiedad que cambia en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:hover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 esa propiedad se pueda animar, y que el nombre de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sea igual al de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En el celular, </a:t>
            </a:r>
            <a:pPr algn="l"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:hover</a:t>
            </a:r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activa al tocar.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50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uncional: aplicar lo aprendi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50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de la sesión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parte del 40 % de participación en clases [P].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3410712"/>
          </a:xfrm>
          <a:prstGeom prst="roundRect">
            <a:avLst>
              <a:gd name="adj" fmla="val 2681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los estados con transition al menú, los botones y los enlaces.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que las tarjetas de proyecto y de contacto respondan al cursor con transform.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la entrada del Hero con @keyframes y el bloque de movimiento reducido.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Figma: el componente btn-primary con su variante Hover y el prototipo.</a:t>
            </a:r>
            <a:endParaRPr lang="en-US" sz="1150" dirty="0"/>
          </a:p>
          <a:p>
            <a:pPr algn="l"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el CSS sin errores y publica en Netlify.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3410712"/>
          </a:xfrm>
          <a:prstGeom prst="roundRect">
            <a:avLst>
              <a:gd name="adj" fmla="val 268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Indicaciones de entrega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0" y="332841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33284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la URL publicada al Aula Virtual.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83680" y="396849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396849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Adjuntar el enlace de Figma con el prototipo.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460857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4608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46085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envío es obligatorio dentro del plazo establecido.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5248656"/>
            <a:ext cx="384048" cy="3840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52486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en ClassDojo como participación en clase.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50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entador: conclusión del te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50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clave de la sesión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269748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2651760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pseudo-clase como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:hover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:active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selecciona un elemento en un estado.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95528" y="313639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3136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3090672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 en la regla normal y suaviza el cambio al entrar y al salir.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" y="357530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529584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entre 150 y 400 ms;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ease-out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responder al cursor.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" y="401421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3968496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animan los valores con intermedios: colores, medidas,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opacity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" y="445312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407408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mueve, escala y gira sin empujar a los vecinos.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5528" y="489204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" y="4892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4846320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crean movimientos que arrancan solos.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5528" y="533095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5330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353312" y="5285232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prefers-reduced-motion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respeta a quien pidió menos animaciones.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95528" y="576986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5769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5724144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Animación inteligente de Figma es una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CSS.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50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vamos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portafolio ya responde al cursor. Lo que viene.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51560" y="3895344"/>
            <a:ext cx="10104120" cy="0"/>
          </a:xfrm>
          <a:prstGeom prst="line">
            <a:avLst/>
          </a:prstGeom>
          <a:noFill/>
          <a:ln w="3175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84248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Maquetación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caja, Flexbox y Grid.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63924" y="3776472"/>
            <a:ext cx="237744" cy="23774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72384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072384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Animaciones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163824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Transiciones, transform y @keyframes.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25896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93208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093208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184648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y el Taller TA2.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14032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114032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su sistema de grillas.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067544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34856" y="2962656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134856" y="3218688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226296" y="413308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y utilidades.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340096"/>
            <a:ext cx="10927080" cy="694944"/>
          </a:xfrm>
          <a:prstGeom prst="roundRect">
            <a:avLst>
              <a:gd name="adj" fmla="val 13158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0976" y="5340096"/>
            <a:ext cx="103052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jueves 22 es el Taller TA2 (15 %): diseño responsivo con CSS. Trae tu sitio del TA1 o tu portafolio publicado y tu Figma con el marco de escritorio terminado.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1813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Dagner Anibal Chuman Lluen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Centro de Informática USS · Protech XP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11 · Transiciones, transformaciones y animaciones CSS3</dc:title>
  <dc:subject>Curso de Diseño Web</dc:subject>
  <dc:creator>Ing. Dagner Anibal Chuman Lluen</dc:creator>
  <cp:lastModifiedBy>Ing. Dagner Anibal Chuman Lluen</cp:lastModifiedBy>
  <cp:revision>1</cp:revision>
  <dcterms:created xsi:type="dcterms:W3CDTF">2026-10-09T15:35:56Z</dcterms:created>
  <dcterms:modified xsi:type="dcterms:W3CDTF">2026-10-09T15:35:56Z</dcterms:modified>
</cp:coreProperties>
</file>