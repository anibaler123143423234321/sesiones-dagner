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 · comenzamos en unos minutos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a mano tu usuario y tu contraseña del Aula Virtual. Hoy es el examen final.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4902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final: evaluación integradora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1 a 16 · Parte A: cuestionario · Parte B: caso práctico · 30 % del promedio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66760" y="2286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450592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&lt;section class="examen"&gt;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&lt;h1&gt;Examen final&lt;/h1&gt;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&lt;p&gt;Sesiones 1 a 16&lt;/p&gt;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&lt;/section&gt;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CURSO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recorriste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Dieciséis sesiones, dos talleres y un portafolio publicado.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01 a 07: estructura semántica, enlaces, imágenes, tablas, formularios, video y audio.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08 a 12: selectores, variables, caja, Flexbox, Grid, transiciones y diseño responsivo.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y publicación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13 a 15: grilla, componentes, tema, pruebas y despliegue en Netlify.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Paso 1 al 14 del manual: Disposición automática, componentes, móvil y variables.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TA1 y TA2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06: un sitio en HTML y Figma. Sesión 12: CSS3 y diseño responsivo.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15: tu portafolio completo, probado y publicado.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7860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1518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57860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57860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 el examen y sus normas.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5786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4952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08610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861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0495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04952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HTML5, CSS3, Bootstrap y publicación.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04952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557016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520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A · Cuestionario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20440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preguntas en el Aula Virtual.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520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91356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027932"/>
            <a:ext cx="347472" cy="347472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027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39913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195560" y="39913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462272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0120" y="4498848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664208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B · Caso práctico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446227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Semana de la Informática 2026.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4622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3318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96976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69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49331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curso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493318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promedio y lo que viene.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49331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INDICACIONES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 el examen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en el Aula Virtual USS, jueves 05/11/2026. Vale el 30 % de tu promedio final.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A · Cuestionario · 10 puntos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preguntas de opción múltiple de las sesiones 1 a 16.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puntos cada una.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minutos y un solo intento.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preguntas y las opciones salen en orden aleatorio.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B · Caso práctico · 10 puntos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página según su ficha técnica.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semántico, CSS externo y diseño adaptable.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minutos.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entrega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apellido-nombre-ef.zip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el Aula Virtual.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937760"/>
            <a:ext cx="10305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aprobar el curso: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final de 11 o más y una asistencia mínima del 80 %.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INDICACIONES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normas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Léelas antes de empezar. Valen para las dos partes.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permite comunicarse con otras personas durante el examen.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tiempo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parte se cierra a la hora indicada, aunque no hayas terminado.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consultar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portafolio, las guías del curso, MDN y getbootstrap.com.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corta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entrar de inmediato: el cuestionario guarda tus respuestas. Avisa al docente.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Originalidad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trabajos iguales entre sí o hechos por terceros se califican con cero.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que el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.zip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tenga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su raíz antes de subirlo.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y diseño responsivo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y publicación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en una diapositiva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estructura que escribes al empezar la Parte B.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 lang="es"&gt;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&lt;meta charset="UTF-8"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&lt;meta name="viewport" content="width=device-width,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initial-scale=1.0"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&lt;title&gt;Semana de la Informática 2026&lt;/title&gt;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rel="stylesheet" href="assets/css/estilos.css"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&lt;header&gt; … &lt;nav&gt; … &lt;/nav&gt; &lt;/header&gt;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&lt;main&gt; &lt;section&gt; … &lt;/section&gt; &lt;/main&gt;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&lt;footer&gt; … &lt;/footer&gt;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&lt;/body&gt;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796528" y="261518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solo por página.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796528" y="321411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imagen.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96528" y="381304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igual al id.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44119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name no se envía.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796528" y="50109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obligatorio.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796528" y="56098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validator.w3.org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CSS3: de Figma al código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equivalencias que más preguntas responden.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o en el diseño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CSS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3464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vertical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83464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83464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display: flex; flex-direction: column;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8328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24 · Espacio Auto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8328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38328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gap: 24px; · justify-content: space-between;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93192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Espaciado 80 y 100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93192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93192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padding: 100px 80px;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48056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columnas iguales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48056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48056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grid-template-columns: repeat(3, 1fr);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502920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suave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502920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502920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transition: background-color 0.2s ease;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927080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577840"/>
            <a:ext cx="41148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celular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577840"/>
            <a:ext cx="3657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5577840"/>
            <a:ext cx="5943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(max-width: 600px) { … }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17220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Especificidad: id &gt; clase &gt; etiqueta. Si empatan, gana la regla escrita después.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y publicación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esencial de las sesiones 13 a 15.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971800" y="2587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587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grilla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834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› row › col-12 col-md-6 col-lg-4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543800" y="2834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 y 3 por fila; g-4 es un medianil de 24px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558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35584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mb-3 · p-4 · d-flex · text-center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33558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propiedad por clase; usan !important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7705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38770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alert · accordion · modal · navbar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38770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JavaScript va al final del body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982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y cerrar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971800" y="43982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data-bs-toggle · data-bs-target="#id"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43982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# apunta a un id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919472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919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&lt;head&gt;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971800" y="491947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 · description · rel="icon" · og: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49194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distinto por página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44068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440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2971800" y="54406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en la raíz · 404 con / · data-netlify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5440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 mayúsculas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A · Cuestionario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preguntas, 0.5 puntos cada una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minutos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intento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PARTE 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en el Aula Virtual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cada pregunta completa antes de responder. No hay puntos en contra.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Virtual USS › Diseño Web ›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final · Parte A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Comienza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Comenzar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 tiempo corre desde ese momento.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opción por pregunta. Si dudas, márcala y vuelve al final.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resumen, comprueba que no quede ninguna sin responder.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todo y terminar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Confirma el envío.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terminar, espera la indicación para empezar la Parte B.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nombres de los botones pueden cambiar un poco según la versión del Aula Virtual.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49524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· 10 MINUTOS</a:t>
            </a:r>
            <a:endParaRPr lang="en-US" sz="2000" dirty="0"/>
          </a:p>
        </p:txBody>
      </p:sp>
      <p:pic>
        <p:nvPicPr>
          <p:cNvPr id="4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empieza la Parte B: ten lista una carpeta vacía para tu trabajo.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B · Caso práctico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y su ficha técnica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califica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entrega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PARTE B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de la Informática 2026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página de una sola vista. Los textos, los colores y las medidas están en la ficha técnica.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6-parte-b-14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840591" y="2615184"/>
            <a:ext cx="1726569" cy="3566160"/>
          </a:xfrm>
          <a:prstGeom prst="roundRect">
            <a:avLst>
              <a:gd name="adj" fmla="val 529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1" descr="La página del caso práctico en u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743" y="2688336"/>
            <a:ext cx="1580265" cy="34198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PARTE B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califica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criterios de 2 puntos: logrado (2), en proceso (1) o no logrado (0).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5877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Logrado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927080" y="258775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semántica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header, nav, main, section, article y footer; un solo h1; sin errores en el validador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27080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55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Estilos y variables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55848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externo, los valores de la ficha como variables en :root, las dos fuentes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27080" y="3355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7705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7705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Maquetación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3877056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 con Flexbox; charlas con grid o con la grilla de Bootstrap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927080" y="387705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982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11880" y="4398264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viewport y una media query: charlas en una columna, sin barra horizontal a 390px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927080" y="43982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919472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9194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 y formulario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611880" y="4919472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con transition; campos con label, name y required; type="email"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927080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44068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4406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la Parte B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5440680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31" name="Text 29"/>
          <p:cNvSpPr txBox="1"/>
          <p:nvPr/>
        </p:nvSpPr>
        <p:spPr>
          <a:xfrm>
            <a:off x="10927080" y="54406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PARTE B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repartir los 80 minutos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los últimos 5 minutos solo para comprimir y subir.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58775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006840" y="25877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 10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834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carpeta e index.html con toda la estructura y los textos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834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558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 40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3355848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reset, cabecera, presentación, botón y charlas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3355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Estilos y maquetación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7705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770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 55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877056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formulario y el pie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8770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9826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a 65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331720" y="439826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media query del celular; prueba a 390px con F12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43982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919472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91947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a 75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331720" y="491947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el HTML y el CSS en el W3C y corrige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006840" y="49194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errores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44068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4406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a 80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2331720" y="544068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Comprime apellido-nombre-ef y súbela al Aula Virtual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9006840" y="5440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cu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CIERRE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calcula tu promedio final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nota va de 0 a 20.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834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en aula [PA]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28346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intervenciones en cada clase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1268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35584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33558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online 1 [TA1]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355848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06 · 01/10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012680" y="3355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87705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87705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online 2 [TA2]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3877056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22/10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012680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39826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39826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final [EF]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4398264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 · 05/11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012680" y="43982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0976" y="4892040"/>
            <a:ext cx="10305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ejemplo: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16, TA1 14, TA2 15 y EF 13 dan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0.40 × 16 + 0.15 × 14 + 0.15 × 15 + 0.30 × 13 = 14.65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aprobar: 11 o más y al menos el 80 % de asistencia.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una página con HTML5 semántico que pasa el validador.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63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9067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Diseñas en Figma con Disposición automática, componentes y variables.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530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958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Traduces un diseño a CSS con variables, Flexbox y Grid.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1421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8496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Animas con transiciones, transformaciones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531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7408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Adaptas un sitio al celular con media queries y medidas fluidas.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9204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4632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Armas páginas con la grilla y los componentes de Bootstrap.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8523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 sitio con el teclado, los validadores y Lighthouse.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698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69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2414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Publicas en Netlify, con una 404 y un formulario que guarda mensajes.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curso termina. Tu portafolio sigue.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3685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despliegue.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21733" y="3776472"/>
            <a:ext cx="237744" cy="23774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7759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7759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903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integradora.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8891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0362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10362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9506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comportamiento de tu sitio.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81494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2965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62965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2109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y al día.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 por este ciclo! Tu portafolio ya está publicado: compártelo en tu CV y en LinkedIn, y súmale cada proyecto nuevo.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Centro de Informática USS · Protech XP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16 · Examen final: evaluación integradora</dc:title>
  <dc:subject>Curso de Diseño Web</dc:subject>
  <dc:creator>Ing. Dagner Anibal Chuman Lluen</dc:creator>
  <cp:lastModifiedBy>Ing. Dagner Anibal Chuman Lluen</cp:lastModifiedBy>
  <cp:revision>1</cp:revision>
  <dcterms:created xsi:type="dcterms:W3CDTF">2026-10-09T11:55:03Z</dcterms:created>
  <dcterms:modified xsi:type="dcterms:W3CDTF">2026-10-09T11:55:03Z</dcterms:modified>
</cp:coreProperties>
</file>