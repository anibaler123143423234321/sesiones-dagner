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jp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jp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6-1.jpg"/><Relationship Id="rId2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7-1.jpg"/><Relationship Id="rId2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8-1.jpg"/><Relationship Id="rId2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9-1.jpg"/><Relationship Id="rId2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0-1.jpg"/><Relationship Id="rId2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1-1.jpg"/><Relationship Id="rId2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2-1.jpg"/><Relationship Id="rId2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3-1.jp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porta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4630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EPTU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conceptu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EPTUAL_LIB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conceptu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STRUMENT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instrument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STRUMENTAL_LIB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instrument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IVELADO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nivelado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IVELADOR_LIB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nivelado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NCION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funcion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NCIONAL_LIB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funcion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RIENTADO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orientado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RIENTADOR_LIB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sesiones-dagner/2613c8c1-437c-54f4-94d9-b62c29473bbd/scratchpad/deck/media/band-orientado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18872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ndicador de espe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0368" y="1737360"/>
            <a:ext cx="1737360" cy="17373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127248" y="3639312"/>
            <a:ext cx="5943600" cy="841248"/>
          </a:xfrm>
          <a:prstGeom prst="roundRect">
            <a:avLst>
              <a:gd name="adj" fmla="val 50000"/>
            </a:avLst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3127248" y="3639312"/>
            <a:ext cx="5943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ESPERANDO A LOS COMPAÑEROS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4700016"/>
            <a:ext cx="944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16 · comenzamos en unos minutos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5120640"/>
            <a:ext cx="9445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a mano tu usuario y tu contraseña del Aula Virtual. Hoy es el examen final.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4718304" y="5861304"/>
            <a:ext cx="2761488" cy="466344"/>
          </a:xfrm>
          <a:prstGeom prst="roundRect">
            <a:avLst>
              <a:gd name="adj" fmla="val 4902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718304" y="5861304"/>
            <a:ext cx="276148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DISEÑO WEB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22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20482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DISEÑO WEB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2432304"/>
            <a:ext cx="7406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 final: evaluación integradora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85800" y="3566160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35661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16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426110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1 a 16 · Parte A: cuestionario · Parte B: presentación del proyecto · 30 % del promedio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4809744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508406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Dagner Anibal Chuman Lluen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366760" y="2286000"/>
            <a:ext cx="3291840" cy="1691640"/>
          </a:xfrm>
          <a:prstGeom prst="roundRect">
            <a:avLst>
              <a:gd name="adj" fmla="val 5405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0" y="2450592"/>
            <a:ext cx="283464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&lt;section class="examen"&gt;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&lt;h1&gt;Examen final&lt;/h1&gt;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&lt;p&gt;Sesiones 1 a 16&lt;/p&gt;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&lt;/section&gt;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22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¿Cómo te sientes hoy?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22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CURSO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que recorriste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Dieciséis sesiones, dos talleres y un portafolio publicado.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284378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44752" y="284378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38328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01 a 07: estructura semántica, enlaces, imágenes, tablas, formularios, video y audio.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261518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0288" y="284378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9028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148072" y="284378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38328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08 a 12: selectores, variables, caja, Flexbox, Grid, transiciones y diseño responsivo.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261518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93608" y="284378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9360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851392" y="284378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y publicación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338328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13 a 15: grilla, componentes, tema, pruebas y despliegue en Netlify.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35254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6968" y="458114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86968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444752" y="45811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512064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Paso 1 al 14 del manual: Disposición automática, componentes, móvil y variables.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43400" y="435254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90288" y="458114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90288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148072" y="45811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TA1 y TA2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617720" y="512064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06: un sitio en HTML y Figma. Sesión 12: CSS3 y diseño responsivo.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46720" y="435254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93608" y="458114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93608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851392" y="45811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integrador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321040" y="512064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15: tu portafolio completo, probado y publicado.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22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reparte la sesión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578608"/>
            <a:ext cx="1092708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615184"/>
            <a:ext cx="347472" cy="347472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60120" y="26151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664208" y="257860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Indicaciones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2578608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es el examen y sus normas.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195560" y="257860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3049524"/>
            <a:ext cx="1092708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3086100"/>
            <a:ext cx="347472" cy="347472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30861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1664208" y="3049524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 relámpago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349240" y="3049524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HTML5, CSS3, Bootstrap y publicación.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195560" y="3049524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520440"/>
            <a:ext cx="1092708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3557016"/>
            <a:ext cx="347472" cy="347472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0120" y="35570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1664208" y="3520440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A · Cuestionario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349240" y="3520440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preguntas en el Aula Virtual.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0195560" y="3520440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3991356"/>
            <a:ext cx="10927080" cy="420624"/>
          </a:xfrm>
          <a:prstGeom prst="roundRect">
            <a:avLst>
              <a:gd name="adj" fmla="val 21739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" y="4027932"/>
            <a:ext cx="347472" cy="347472"/>
          </a:xfrm>
          <a:prstGeom prst="ellipse">
            <a:avLst/>
          </a:prstGeom>
          <a:solidFill>
            <a:srgbClr val="5F676C"/>
          </a:solidFill>
          <a:ln w="12700">
            <a:solidFill>
              <a:srgbClr val="5F676C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60120" y="40279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1664208" y="3991356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195560" y="3991356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4462272"/>
            <a:ext cx="1092708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60120" y="4498848"/>
            <a:ext cx="347472" cy="347472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60120" y="44988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1664208" y="4462272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B · Presentaciones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349240" y="4462272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proyecto: 5 minutos y 2 de preguntas.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10195560" y="4462272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115 min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0080" y="4933188"/>
            <a:ext cx="10927080" cy="420624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60120" y="4969764"/>
            <a:ext cx="347472" cy="347472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60120" y="49697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1664208" y="4933188"/>
            <a:ext cx="3566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del curso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5349240" y="4933188"/>
            <a:ext cx="4846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promedio y lo que viene.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10195560" y="493318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min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22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INDICACIONES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es el examen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Individual, jueves 05/11/2026: el cuestionario en el Aula Virtual y la presentación en clase. Vale el 30 %.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" y="2816352"/>
            <a:ext cx="4727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A · Cuestionario · 10 puntos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50976" y="3182112"/>
            <a:ext cx="47274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preguntas de opción múltiple de las sesiones 1 a 16.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puntos cada una.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minutos y un solo intento.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preguntas y las opciones salen en orden aleatorio.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2615184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528816" y="2816352"/>
            <a:ext cx="47274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B · Presentación · 10 puntos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528816" y="3182112"/>
            <a:ext cx="47274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proyecto integrador, publicado en Netlify.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minutos de presentación y 2 de preguntas.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Muestras tu Figma, tu sitio y tu bitácora de prompts.</a:t>
            </a:r>
            <a:endParaRPr lang="en-US" sz="1200" dirty="0"/>
          </a:p>
          <a:p>
            <a:pPr algn="l" marL="177800" indent="-1778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califica con la pauta de presentación.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4937760"/>
            <a:ext cx="10927080" cy="868680"/>
          </a:xfrm>
          <a:prstGeom prst="roundRect">
            <a:avLst>
              <a:gd name="adj" fmla="val 10526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50976" y="4937760"/>
            <a:ext cx="1030528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aprobar el curso: </a:t>
            </a:r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final de 11 o más y una asistencia mínima del 80 %.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22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INDICACIONES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normas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Léelas antes de empezar. Valen para las dos partes.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284378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44752" y="284378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38328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permite comunicarse con otras personas durante el examen.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261518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0288" y="284378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9028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148072" y="284378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tiempo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38328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cuestionario se cierra a la hora indicada. Cada presentación dura 7 minutos.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261518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93608" y="284378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9360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851392" y="284378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A sin consulta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338328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cuestionario es individual: cierra tus apuntes y tu portafolio.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35254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6968" y="458114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86968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444752" y="45811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se corta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512064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Vuelve a entrar de inmediato: el cuestionario guarda tus respuestas. Avisa al docente.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43400" y="435254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90288" y="458114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90288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148072" y="45811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con bitácora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617720" y="512064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Puedes usar IA si la registras en tu bitácora y sabes explicar tu código.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46720" y="435254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93608" y="458114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93608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851392" y="45811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previa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321040" y="512064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proyecto y tu bitácora ya están en el Aula Virtual antes de empezar.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22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1517904"/>
            <a:ext cx="5120640" cy="1024128"/>
          </a:xfrm>
          <a:prstGeom prst="roundRect">
            <a:avLst>
              <a:gd name="adj" fmla="val 50000"/>
            </a:avLst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1517904"/>
            <a:ext cx="4206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Repaso relámpago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28346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02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3467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este bloque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365760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365760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365760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420624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" y="420624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481328" y="420624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y diseño responsivo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475488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" y="475488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475488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y publicación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66560" y="1234440"/>
            <a:ext cx="5166360" cy="5257800"/>
          </a:xfrm>
          <a:prstGeom prst="roundRect">
            <a:avLst>
              <a:gd name="adj" fmla="val 177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pic>
        <p:nvPicPr>
          <p:cNvPr id="16" name="Image 0" descr="Persona programando frente a un moni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362456"/>
            <a:ext cx="4892040" cy="5001768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22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REPASO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en una diapositiva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estructura de cualquier página del curso.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6309360" cy="3529584"/>
          </a:xfrm>
          <a:prstGeom prst="roundRect">
            <a:avLst>
              <a:gd name="adj" fmla="val 2591"/>
            </a:avLst>
          </a:prstGeom>
          <a:solidFill>
            <a:srgbClr val="2B2B2B"/>
          </a:solidFill>
          <a:ln w="12700">
            <a:solidFill>
              <a:srgbClr val="2B2B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779776"/>
            <a:ext cx="58521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 lang="es"&gt;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charset="UTF-8" /&gt;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name="viewport" content="width=device-width,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initial-scale=1.0" /&gt;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&lt;title&gt;Semana de la Informática 2026&lt;/title&gt;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&lt;link rel="stylesheet" href="assets/css/estilos.css" /&gt;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&lt;/head&gt;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&lt;header&gt; … &lt;nav&gt; … &lt;/nav&gt; &lt;/header&gt;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&lt;main&gt; &lt;section&gt; … &lt;/section&gt; &lt;/main&gt;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&lt;footer&gt; … &lt;/footer&gt;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&lt;/body&gt;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132320" y="2615184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96912" y="2715768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6912" y="27157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7790688" y="2615184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8796528" y="2615184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solo por página.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132320" y="3214116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96912" y="3314700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96912" y="33147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7790688" y="3214116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8796528" y="3214116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cada imagen.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132320" y="3813048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96912" y="3913632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296912" y="39136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7790688" y="3813048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796528" y="3813048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igual al id.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132320" y="4411980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296912" y="4512564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296912" y="45125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7790688" y="441198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8796528" y="441198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name no se envía.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132320" y="5010912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96912" y="5111496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296912" y="51114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7790688" y="5010912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8796528" y="5010912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obligatorio.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132320" y="5609844"/>
            <a:ext cx="443484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96912" y="5710428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296912" y="57104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7790688" y="5609844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8796528" y="5609844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validator.w3.org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22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REPASO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CSS3: de Figma al código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equivalencias que más preguntas responden.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896112" y="258775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Figma o en el diseño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440680" y="258775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CSS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10927080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2834640"/>
            <a:ext cx="4114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vertical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029200" y="2834640"/>
            <a:ext cx="365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40680" y="2834640"/>
            <a:ext cx="5943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display: flex; flex-direction: column;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383280"/>
            <a:ext cx="10927080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96112" y="3383280"/>
            <a:ext cx="4114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Espacio 24 · Espacio Auto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029200" y="3383280"/>
            <a:ext cx="365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40680" y="3383280"/>
            <a:ext cx="5943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gap: 24px; · justify-content: space-between;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10927080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96112" y="3931920"/>
            <a:ext cx="4114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Espaciado 80 y 100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0" y="3931920"/>
            <a:ext cx="365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40680" y="3931920"/>
            <a:ext cx="5943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padding: 100px 80px;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480560"/>
            <a:ext cx="10927080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96112" y="4480560"/>
            <a:ext cx="4114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columnas iguales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029200" y="4480560"/>
            <a:ext cx="365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4480560"/>
            <a:ext cx="5943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grid-template-columns: repeat(3, 1fr);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5029200"/>
            <a:ext cx="10927080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96112" y="5029200"/>
            <a:ext cx="4114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Hover suave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029200" y="5029200"/>
            <a:ext cx="365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40680" y="5029200"/>
            <a:ext cx="5943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transition: background-color 0.2s ease;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40080" y="5577840"/>
            <a:ext cx="10927080" cy="484632"/>
          </a:xfrm>
          <a:prstGeom prst="roundRect">
            <a:avLst>
              <a:gd name="adj" fmla="val 18868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96112" y="5577840"/>
            <a:ext cx="4114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celular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5029200" y="5577840"/>
            <a:ext cx="3657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40680" y="5577840"/>
            <a:ext cx="5943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@media (max-width: 600px) { … }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640080" y="6172200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Especificidad: id &gt; clase &gt; etiqueta. Si empatan, gana la regla escrita después.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REPASO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y publicación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esencial de las sesiones 13 a 15.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58775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2971800" y="258775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543800" y="2587752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Recuerda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109270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283464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grilla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971800" y="283464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 › row › col-12 col-md-6 col-lg-4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543800" y="28346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 2 y 3 por fila; g-4 es un medianil de 24px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355848"/>
            <a:ext cx="109270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3355848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Utilidades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2971800" y="3355848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mb-3 · p-4 · d-flex · text-center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543800" y="335584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propiedad por clase; usan !important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877056"/>
            <a:ext cx="109270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3877056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2971800" y="3877056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card · alert · accordion · modal · navbar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543800" y="387705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JavaScript va al final del body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398264"/>
            <a:ext cx="109270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8680" y="4398264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y cerrar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2971800" y="4398264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data-bs-toggle · data-bs-target="#id"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543800" y="439826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# apunta a un id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919472"/>
            <a:ext cx="109270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68680" y="491947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&lt;head&gt;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2971800" y="4919472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&lt;title&gt; · description · rel="icon" · og: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7543800" y="491947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Uno distinto por página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5440680"/>
            <a:ext cx="109270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68680" y="544068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Netlify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2971800" y="5440680"/>
            <a:ext cx="4434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77E8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 en la raíz · 404 con / · data-netlify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7543800" y="54406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Distingue mayúsculas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1517904"/>
            <a:ext cx="5120640" cy="1024128"/>
          </a:xfrm>
          <a:prstGeom prst="roundRect">
            <a:avLst>
              <a:gd name="adj" fmla="val 50000"/>
            </a:avLst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1517904"/>
            <a:ext cx="4206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A · Cuestionario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28346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03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3467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este bloque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365760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365760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365760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preguntas, 0.5 puntos cada una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420624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" y="420624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481328" y="420624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minutos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475488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" y="475488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475488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intento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66560" y="1234440"/>
            <a:ext cx="5166360" cy="5257800"/>
          </a:xfrm>
          <a:prstGeom prst="roundRect">
            <a:avLst>
              <a:gd name="adj" fmla="val 177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pic>
        <p:nvPicPr>
          <p:cNvPr id="16" name="Image 0" descr="Persona programando frente a un moni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362456"/>
            <a:ext cx="4892040" cy="5001768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PARTE A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a paso en el Aula Virtual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cada pregunta completa antes de responder. No hay puntos en contra.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284378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44752" y="284378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38328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Virtual USS › Diseño Web › </a:t>
            </a:r>
            <a:pPr algn="l" indent="0" marL="0">
              <a:buNone/>
            </a:pPr>
            <a:r>
              <a:rPr lang="en-US" sz="1150" b="1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 final · Parte A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261518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0288" y="284378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9028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148072" y="284378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Comienza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38328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Pulsa </a:t>
            </a:r>
            <a:pPr algn="l" indent="0" marL="0">
              <a:buNone/>
            </a:pPr>
            <a:r>
              <a:rPr lang="en-US" sz="1150" b="1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Comenzar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El tiempo corre desde ese momento.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261518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93608" y="284378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9360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851392" y="284378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338328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opción por pregunta. Si dudas, márcala y vuelve al final.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35254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6968" y="458114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86968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444752" y="45811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512064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resumen, comprueba que no quede ninguna sin responder.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43400" y="435254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90288" y="458114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90288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148072" y="45811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Envía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617720" y="512064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todo y terminar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Confirma el envío.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46720" y="435254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93608" y="458114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93608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851392" y="45811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321040" y="512064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terminar, espera la indicación para empezar la Parte B.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640080" y="6053328"/>
            <a:ext cx="10927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nombres de los botones pueden cambiar un poco según la versión del Aula Virtual.</a:t>
            </a:r>
            <a:endParaRPr lang="en-US" sz="1150" dirty="0"/>
          </a:p>
        </p:txBody>
      </p:sp>
      <p:sp>
        <p:nvSpPr>
          <p:cNvPr id="36" name="Text 34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127248" y="2651760"/>
            <a:ext cx="5943600" cy="960120"/>
          </a:xfrm>
          <a:prstGeom prst="roundRect">
            <a:avLst>
              <a:gd name="adj" fmla="val 49524"/>
            </a:avLst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127248" y="2651760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PAUSA · 10 MINUTOS</a:t>
            </a:r>
            <a:endParaRPr lang="en-US" sz="2000" dirty="0"/>
          </a:p>
        </p:txBody>
      </p:sp>
      <p:pic>
        <p:nvPicPr>
          <p:cNvPr id="4" name="Image 0" descr="Indicador de espe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50408" y="397764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5321808"/>
            <a:ext cx="9445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volver empiezan las presentaciones: abre en pestañas tu sitio, tu Figma y tu bitácora.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48640" y="1517904"/>
            <a:ext cx="5120640" cy="1024128"/>
          </a:xfrm>
          <a:prstGeom prst="roundRect">
            <a:avLst>
              <a:gd name="adj" fmla="val 50000"/>
            </a:avLst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1517904"/>
            <a:ext cx="4206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B · Presentaciones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274320" y="2834640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04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33467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este bloque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685800" y="365760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365760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365760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guion de 5 minutos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420624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" y="420624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481328" y="420624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se califica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4754880"/>
            <a:ext cx="5577840" cy="475488"/>
          </a:xfrm>
          <a:prstGeom prst="roundRect">
            <a:avLst>
              <a:gd name="adj" fmla="val 1923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" y="475488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481328" y="4754880"/>
            <a:ext cx="4663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orden y los tiempos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766560" y="1234440"/>
            <a:ext cx="5166360" cy="5257800"/>
          </a:xfrm>
          <a:prstGeom prst="roundRect">
            <a:avLst>
              <a:gd name="adj" fmla="val 177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pic>
        <p:nvPicPr>
          <p:cNvPr id="16" name="Image 0" descr="Persona programando frente a un monito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362456"/>
            <a:ext cx="4892040" cy="5001768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PARTE B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guion: cinco minutos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 vienen 2 minutos de preguntas. Ensáyalo con un cronómetro.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5877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2240280" y="258775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muestras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7360920" y="2587752"/>
            <a:ext cx="4434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dices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1092708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2834640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2240280" y="2834640"/>
            <a:ext cx="4983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página de inicio publicada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7360920" y="2834640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eres y para qué sirve tu sitio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429000"/>
            <a:ext cx="1092708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3429000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2240280" y="3429000"/>
            <a:ext cx="4983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Figma: escritorio, celular y un componente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7360920" y="3429000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pasaste sus valores al código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023360"/>
            <a:ext cx="1092708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4023360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2240280" y="4023360"/>
            <a:ext cx="4983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sitio: páginas, un hover, el celular con F12 y el formulario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360920" y="4023360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técnica usaste en cada parte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617720"/>
            <a:ext cx="1092708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8680" y="4617720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2240280" y="4617720"/>
            <a:ext cx="4983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bitácora: tu mejor prompt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7360920" y="4617720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pediste, qué corregiste y cómo lo comprobaste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5212080"/>
            <a:ext cx="10927080" cy="530352"/>
          </a:xfrm>
          <a:prstGeom prst="roundRect">
            <a:avLst>
              <a:gd name="adj" fmla="val 17241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68680" y="5212080"/>
            <a:ext cx="1234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2240280" y="5212080"/>
            <a:ext cx="4983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captura de Lighthouse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7360920" y="5212080"/>
            <a:ext cx="4297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mejorarías con una semana más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PARTE B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se califica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criterios de 2 puntos: logrado (2), en proceso (1) o no logrado (0).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587752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3611880" y="258775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Logrado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10927080" y="2587752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109270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68680" y="28346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 publicado y funcional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3611880" y="2834640"/>
            <a:ext cx="7178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Netlify: enlaces, celular a 390 px, formulario que guarda mensajes y página 404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10927080" y="28346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355848"/>
            <a:ext cx="109270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335584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y fidelidad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3355848"/>
            <a:ext cx="7178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Figma con escritorio, celular y componentes; el sitio respeta sus colores y medidas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10927080" y="3355848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3877056"/>
            <a:ext cx="109270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387705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y pruebas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611880" y="3877056"/>
            <a:ext cx="7178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válido; explica la parte del código que se le pide; Lighthouse 90+ en Accesibilidad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10927080" y="3877056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398264"/>
            <a:ext cx="109270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8680" y="439826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responsable de la IA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3611880" y="4398264"/>
            <a:ext cx="7178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Bitácora con 3 prompts o más: qué pidió, qué corrigió y cómo lo comprobó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10927080" y="4398264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40080" y="4919472"/>
            <a:ext cx="109270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68680" y="491947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3611880" y="4919472"/>
            <a:ext cx="7178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Sigue el guion en 5 minutos, con orden y claridad; responde las preguntas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10927080" y="4919472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0080" y="5440680"/>
            <a:ext cx="10927080" cy="457200"/>
          </a:xfrm>
          <a:prstGeom prst="roundRect">
            <a:avLst>
              <a:gd name="adj" fmla="val 20000"/>
            </a:avLst>
          </a:prstGeom>
          <a:solidFill>
            <a:srgbClr val="E6F8FA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68680" y="54406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 la Parte B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3611880" y="5440680"/>
            <a:ext cx="7178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31" name="Text 29"/>
          <p:cNvSpPr txBox="1"/>
          <p:nvPr/>
        </p:nvSpPr>
        <p:spPr>
          <a:xfrm>
            <a:off x="10927080" y="54406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PARTE B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orden y los tiempos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Siete minutos por proyecto. Mientras uno presenta, el siguiente se prepara.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61518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284378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696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444752" y="284378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Sorteo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38328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orden se sortea al empezar la Parte B.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3400" y="261518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90288" y="284378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9028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148072" y="284378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+ 2 minutos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338328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para presentar y dos para las preguntas. El tiempo se cuenta en pantalla.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0" y="261518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93608" y="284378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93608" y="28437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851392" y="284378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Prepárate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338328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presenta el compañero anterior, abre tus pestañas: sitio, Figma, bitácora y Lighthouse.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35254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6968" y="458114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86968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444752" y="45811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512064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pueden pedir que abras tu CSS o tu HTML y expliques una regla o una etiqueta.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343400" y="435254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90288" y="458114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90288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148072" y="45811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B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4617720" y="512064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se cae internet, presentas desde tu carpeta </a:t>
            </a:r>
            <a:pPr algn="l" indent="0" marL="0">
              <a:buNone/>
            </a:pPr>
            <a:r>
              <a:rPr lang="en-US" sz="11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.zip</a:t>
            </a:r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tu computadora.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8046720" y="4352544"/>
            <a:ext cx="352044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93608" y="4581144"/>
            <a:ext cx="402336" cy="402336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293608" y="45811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851392" y="4581144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bien usada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8321040" y="5120640"/>
            <a:ext cx="2971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valora: muestra qué corregiste. Un código que no puedes explicar resta.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rientador: conclusión del curs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CIERRE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calcula tu promedio final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nota va de 0 a 20.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109270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83464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Participación en aula [PA]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4160520" y="2834640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Tus intervenciones en cada clase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10012680" y="28346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40 %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" y="3355848"/>
            <a:ext cx="109270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335584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online 1 [TA1]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160520" y="3355848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06 · 01/10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10012680" y="335584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15 %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3877056"/>
            <a:ext cx="1092708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387705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online 2 [TA2]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160520" y="3877056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12 · 22/10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10012680" y="387705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15 %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40080" y="4398264"/>
            <a:ext cx="10927080" cy="457200"/>
          </a:xfrm>
          <a:prstGeom prst="roundRect">
            <a:avLst>
              <a:gd name="adj" fmla="val 20000"/>
            </a:avLst>
          </a:prstGeom>
          <a:solidFill>
            <a:srgbClr val="E6F8FA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8680" y="4398264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 final [EF]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160520" y="4398264"/>
            <a:ext cx="5715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16 · 05/11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10012680" y="439826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30 %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4892040"/>
            <a:ext cx="10927080" cy="1188720"/>
          </a:xfrm>
          <a:prstGeom prst="roundRect">
            <a:avLst>
              <a:gd name="adj" fmla="val 7692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50976" y="4892040"/>
            <a:ext cx="103052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ejemplo: </a:t>
            </a:r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16, TA1 14, TA2 15 y EF 13 dan </a:t>
            </a:r>
            <a:pPr indent="0" marL="0">
              <a:buNone/>
            </a:pPr>
            <a:r>
              <a:rPr lang="en-US" sz="120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0.40 × 16 + 0.15 × 14 + 0.15 × 15 + 0.30 × 13 = 14.65</a:t>
            </a:r>
            <a:pPr indent="0" marL="0">
              <a:buNone/>
            </a:pPr>
            <a:r>
              <a:rPr lang="en-US" sz="120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Para aprobar: 11 o más y al menos el 80 % de asistencia.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Puntos clave de la sesión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95528" y="2697480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95528" y="2697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353312" y="2651760"/>
            <a:ext cx="10012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Escribes una página con HTML5 semántico que pasa el validador.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95528" y="3136392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95528" y="31363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353312" y="3090672"/>
            <a:ext cx="10012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Diseñas en Figma con Disposición automática, componentes y variables.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95528" y="3575304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" y="35753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1353312" y="3529584"/>
            <a:ext cx="10012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Traduces un diseño a CSS con variables, Flexbox y Grid.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95528" y="4014216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5528" y="40142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353312" y="3968496"/>
            <a:ext cx="10012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Animas con transiciones, transformaciones y </a:t>
            </a:r>
            <a:pPr algn="l" indent="0" marL="0">
              <a:buNone/>
            </a:pPr>
            <a:r>
              <a:rPr lang="en-US" sz="1250" dirty="0">
                <a:solidFill>
                  <a:srgbClr val="1F23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@keyframes</a:t>
            </a:r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95528" y="4453128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95528" y="4453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353312" y="4407408"/>
            <a:ext cx="10012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Adaptas un sitio al celular con media queries y medidas fluidas.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95528" y="4892040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95528" y="489204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353312" y="4846320"/>
            <a:ext cx="10012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Armas páginas con la grilla y los componentes de Bootstrap.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795528" y="5330952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95528" y="53309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353312" y="5285232"/>
            <a:ext cx="10012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un sitio con el teclado, los validadores y Lighthouse.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795528" y="5769864"/>
            <a:ext cx="329184" cy="32918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95528" y="57698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1353312" y="5724144"/>
            <a:ext cx="10012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Publicas en Netlify, con una 404 y un formulario que guarda mensajes.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10927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300" kern="0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ORIENTADOR</a:t>
            </a:r>
            <a:endParaRPr lang="en-US" sz="105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810512"/>
            <a:ext cx="10927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Hacia dónde vamos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10927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curso termina. Tu portafolio sigue.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051560" y="3895344"/>
            <a:ext cx="10104120" cy="0"/>
          </a:xfrm>
          <a:prstGeom prst="line">
            <a:avLst/>
          </a:prstGeom>
          <a:noFill/>
          <a:ln w="31750">
            <a:solidFill>
              <a:srgbClr val="CFD5D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36851" y="3817620"/>
            <a:ext cx="155448" cy="15544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2962656"/>
            <a:ext cx="252603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15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3218688"/>
            <a:ext cx="2526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4133088"/>
            <a:ext cx="23431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y despliegue.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21733" y="3776472"/>
            <a:ext cx="237744" cy="237744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77590" y="2962656"/>
            <a:ext cx="252603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16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3577590" y="3218688"/>
            <a:ext cx="2526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7E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669030" y="4133088"/>
            <a:ext cx="23431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integradora.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288911" y="3817620"/>
            <a:ext cx="155448" cy="15544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03620" y="2962656"/>
            <a:ext cx="252603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DESPUÉS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6103620" y="3218688"/>
            <a:ext cx="2526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195060" y="4133088"/>
            <a:ext cx="23431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comportamiento de tu sitio.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814941" y="3817620"/>
            <a:ext cx="155448" cy="155448"/>
          </a:xfrm>
          <a:prstGeom prst="ellipse">
            <a:avLst/>
          </a:prstGeom>
          <a:solidFill>
            <a:srgbClr val="177E89"/>
          </a:solidFill>
          <a:ln w="12700">
            <a:solidFill>
              <a:srgbClr val="177E8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29650" y="2962656"/>
            <a:ext cx="252603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200" kern="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8629650" y="3218688"/>
            <a:ext cx="252603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3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portafolio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721090" y="4133088"/>
            <a:ext cx="23431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Publicado y al día.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5340096"/>
            <a:ext cx="10927080" cy="694944"/>
          </a:xfrm>
          <a:prstGeom prst="roundRect">
            <a:avLst>
              <a:gd name="adj" fmla="val 13158"/>
            </a:avLst>
          </a:prstGeom>
          <a:solidFill>
            <a:srgbClr val="F3F5F6"/>
          </a:solidFill>
          <a:ln w="12700">
            <a:solidFill>
              <a:srgbClr val="CFD5D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50976" y="5340096"/>
            <a:ext cx="1030528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339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 por este ciclo! Tu portafolio ya está publicado: compártelo en tu CV y en LinkedIn, y súmale cada proyecto nuevo.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6181344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5F6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Ing. Dagner Anibal Chuman Lluen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10607040" y="6455664"/>
            <a:ext cx="1325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2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22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Centro de Informática USS · Protech XP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Sesión 16 · Examen final: evaluación integradora</dc:title>
  <dc:subject>Curso de Diseño Web</dc:subject>
  <dc:creator>Ing. Dagner Anibal Chuman Lluen</dc:creator>
  <cp:lastModifiedBy>Ing. Dagner Anibal Chuman Lluen</cp:lastModifiedBy>
  <cp:revision>1</cp:revision>
  <dcterms:created xsi:type="dcterms:W3CDTF">2026-10-09T15:40:50Z</dcterms:created>
  <dcterms:modified xsi:type="dcterms:W3CDTF">2026-10-09T15:40:50Z</dcterms:modified>
</cp:coreProperties>
</file>