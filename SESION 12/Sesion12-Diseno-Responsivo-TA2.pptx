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jp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jp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jp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jp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jp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jp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jpg"/><Relationship Id="rId2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jp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port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4630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EPTU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conceptu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EPTU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conceptu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TRUMENT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instrumen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TRUMENT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instrumen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VELAD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nivel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VELADOR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nivel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NCION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funcio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NCION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funcio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IENTAD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orient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IENTADOR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orient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dicador de esp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0368" y="173736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127248" y="3639312"/>
            <a:ext cx="5943600" cy="84124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3127248" y="3639312"/>
            <a:ext cx="5943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ESPERANDO A LOS COMPAÑEROS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4700016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comenzamos en unos minutos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5120640"/>
            <a:ext cx="9445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tu portafolio en Chrome con DevTools. Hoy lo pruebas en el celular. Al final: Taller TA2.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718304" y="5861304"/>
            <a:ext cx="2761488" cy="466344"/>
          </a:xfrm>
          <a:prstGeom prst="roundRect">
            <a:avLst>
              <a:gd name="adj" fmla="val 4902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18304" y="5861304"/>
            <a:ext cx="276148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DISEÑO WEB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47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482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DISEÑO WEB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432304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web responsivo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356616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35661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6110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viewport · media queries · clamp() · auto-fit · aspect-ratio · Taller TA2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8097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0840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Dagner Anibal Chuman Lluen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366760" y="228600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450592"/>
            <a:ext cx="283464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@media (max-width: 600px) {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.hero-actions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flex-direction: column;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47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¿Cómo te sientes hoy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47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¿Qué es CINFO? Conceptual, Instrumental, Nivelador, Funcional y Orienta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47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ocimientos previos y definiciones cla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47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venimos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portafolio se ve como tu diseño de 1440. Falta que se vea bien en un celular.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tienes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Estilos, Flexbox y Grid con las medidas de Figma.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Transiciones, transform y la entrada del Hero.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Unas media queries «de anticipo» copiadas en la sesión 10.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sumas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tu página en tres anchos con DevTools.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y ordenar tus propias media queries.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Medidas fluidas que se adaptan sin media query.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736592"/>
            <a:ext cx="10927080" cy="1298448"/>
          </a:xfrm>
          <a:prstGeom prst="roundRect">
            <a:avLst>
              <a:gd name="adj" fmla="val 7042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0976" y="4736592"/>
            <a:ext cx="10305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también es el Taller TA2 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última hora es el Taller online TA2 (15 % de la nota final): aplicar CSS y diseño responsivo a tu sitio del TA1 o a tu portafolio. Todo lo que veas hoy entra en el taller.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47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LOGROS DE APRENDIZAJE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vas a lograr hoy?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615184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" y="2670048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78408" y="2670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615184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2615184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una página a 1440, 820 y 390 px con el modo dispositivo de DevTools.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319272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3374136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78408" y="33741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3192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Condicionar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3319272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media queries con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max-width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ponerlas en el lugar correcto.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4078224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8408" y="40782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02336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Fluir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4023360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clamp()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min()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vw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que una medida crezca con la pantalla.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727448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8408" y="4782312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8408" y="47823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472744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Adaptar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4727448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 una rejilla con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auto-fit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multimedia que conserve su proporción.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431536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8408" y="5486400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408" y="54864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91640" y="543153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5431536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en Figma la versión móvil de la página en un marco de 390.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47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reparten las 4 horas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578608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615184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615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664208" y="257860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el diseño responsivo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2578608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pantallas, la etiqueta viewport y DevTools.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195560" y="257860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049524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3086100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30861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664208" y="304952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349240" y="3049524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@media, puntos de quiebre y el orden de las reglas.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195560" y="304952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557016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3557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664208" y="352044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Técnicas fluidas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3520440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clamp(), auto-fit, aspect-ratio y tablas.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195560" y="35204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991356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" y="4027932"/>
            <a:ext cx="347472" cy="347472"/>
          </a:xfrm>
          <a:prstGeom prst="ellipse">
            <a:avLst/>
          </a:prstGeom>
          <a:solidFill>
            <a:srgbClr val="5F676C"/>
          </a:solidFill>
          <a:ln w="12700">
            <a:solidFill>
              <a:srgbClr val="5F676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40279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664208" y="399135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Descanso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195560" y="399135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462272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60120" y="4498848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0120" y="4498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664208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Figma: la versión móvil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349240" y="446227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marco de 390 y los cambios de Flujo.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0195560" y="446227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4933188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120" y="4969764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0120" y="4969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664208" y="493318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en tu portafolio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349240" y="4933188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Hero, Proyectos, la tabla y el video.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195560" y="493318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0080" y="5404104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0120" y="5440680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0120" y="5440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1664208" y="54041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online TA2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349240" y="5404104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evaluada: 15 % de la nota final.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0195560" y="540410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47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responsivo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página, muchas pantallas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etiqueta viewport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en DevTools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3035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puntos de quiebre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9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47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DISEÑO RESPONSIVO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página, tres pantallas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HTML y el mismo CSS. Cambia el ancho de la ventana y el diseño se acomoda.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651872" y="2615184"/>
            <a:ext cx="474025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Escritorio · 1440 p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5024" y="2688336"/>
            <a:ext cx="4593946" cy="28712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7552" y="5705856"/>
            <a:ext cx="52888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 · 1440 px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286112" y="5961888"/>
            <a:ext cx="5471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diseño de Figma tal cual.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666442" y="2615184"/>
            <a:ext cx="2141556" cy="3017520"/>
          </a:xfrm>
          <a:prstGeom prst="roundRect">
            <a:avLst>
              <a:gd name="adj" fmla="val 4270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10" name="Image 1" descr="Tablet · 820 p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594" y="2688336"/>
            <a:ext cx="1995252" cy="28712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92122" y="5705856"/>
            <a:ext cx="26901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 · 820 px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6300682" y="5961888"/>
            <a:ext cx="28730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columna, salvo Proyectos.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9082317" y="2615184"/>
            <a:ext cx="1473051" cy="3017520"/>
          </a:xfrm>
          <a:prstGeom prst="roundRect">
            <a:avLst>
              <a:gd name="adj" fmla="val 6208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14" name="Image 2" descr="Celular · 390 p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5469" y="2688336"/>
            <a:ext cx="1326747" cy="28712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07997" y="5705856"/>
            <a:ext cx="20216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· 390 px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8716557" y="5961888"/>
            <a:ext cx="22045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menú bajo el nombre.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47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DISEÑO RESPONSIVO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etiqueta viewport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ella, el celular finge una pantalla de unos 980 px y muestra la página en miniatura.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663190" cy="3429000"/>
          </a:xfrm>
          <a:prstGeom prst="roundRect">
            <a:avLst>
              <a:gd name="adj" fmla="val 5498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Portada en un celular sin la etiqueta view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1516886" cy="32826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089904"/>
            <a:ext cx="16631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4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viewport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531870" y="2615184"/>
            <a:ext cx="1663190" cy="3429000"/>
          </a:xfrm>
          <a:prstGeom prst="roundRect">
            <a:avLst>
              <a:gd name="adj" fmla="val 5498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9" name="Image 1" descr="Portada en un celular con la etiqueta view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5022" y="2688336"/>
            <a:ext cx="1516886" cy="328269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531870" y="6089904"/>
            <a:ext cx="16631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viewport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515099" y="2615184"/>
            <a:ext cx="7052061" cy="960120"/>
          </a:xfrm>
          <a:prstGeom prst="roundRect">
            <a:avLst>
              <a:gd name="adj" fmla="val 952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43699" y="2779776"/>
            <a:ext cx="6594861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name="viewport"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content="width=device-width, initial-scale=1.0" /&gt;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15099" y="3730752"/>
            <a:ext cx="7052061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716267" y="37307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width=device-width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7075419" y="3730752"/>
            <a:ext cx="430886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el ancho real del celular.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4515099" y="4306824"/>
            <a:ext cx="7052061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16267" y="43068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initial-scale=1.0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075419" y="4306824"/>
            <a:ext cx="430886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zoom inicial: la página no se achica.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4515099" y="4983480"/>
            <a:ext cx="7052061" cy="1051560"/>
          </a:xfrm>
          <a:prstGeom prst="roundRect">
            <a:avLst>
              <a:gd name="adj" fmla="val 8696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825995" y="4983480"/>
            <a:ext cx="643026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la tienes: 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en el </a:t>
            </a:r>
            <a:pPr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&lt;head&gt;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tus cuatro páginas desde la sesión 01. Sin ella, ninguna media query de 600 px se activaría en un celular.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47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DISEÑO RESPONSIVO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tu página como si fuera un celular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modo dispositivo de DevTools: la herramienta de toda la sesión.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DevTools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Chrome,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F12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sobre tu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dispositivo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Shift + M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el icono del celular, arriba a la izquierda.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elige Responsive y escribe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390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ancho.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anchos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Recorre las cuatro páginas a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390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820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1440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Arrastra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Mueve el borde de la página de 1440 a 320: el diseño cambia sin cortes.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la barra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aparece desplazamiento horizontal, algo sobresale: anótalo.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05332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final, abre la página publicada en tu propio celular: es la prueba definitiva.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47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DISEÑO RESPONSIVO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puntos de quiebre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diseña para cada celular. Se eligen unos anchos y se corrige donde el diseño se rompe.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67512" y="2697480"/>
            <a:ext cx="4498086" cy="658368"/>
          </a:xfrm>
          <a:prstGeom prst="roundRect">
            <a:avLst>
              <a:gd name="adj" fmla="val 11111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697480"/>
            <a:ext cx="45529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44952"/>
            <a:ext cx="45529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600 px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220462" y="2697480"/>
            <a:ext cx="2919730" cy="658368"/>
          </a:xfrm>
          <a:prstGeom prst="roundRect">
            <a:avLst>
              <a:gd name="adj" fmla="val 11111"/>
            </a:avLst>
          </a:prstGeom>
          <a:solidFill>
            <a:srgbClr val="4FA3AC"/>
          </a:solidFill>
          <a:ln w="12700">
            <a:solidFill>
              <a:srgbClr val="4FA3A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93030" y="2697480"/>
            <a:ext cx="29745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193030" y="3044952"/>
            <a:ext cx="29745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601 a 992 px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95056" y="2697480"/>
            <a:ext cx="3344672" cy="658368"/>
          </a:xfrm>
          <a:prstGeom prst="roundRect">
            <a:avLst>
              <a:gd name="adj" fmla="val 11111"/>
            </a:avLst>
          </a:prstGeom>
          <a:solidFill>
            <a:srgbClr val="1F2326"/>
          </a:solidFill>
          <a:ln w="12700">
            <a:solidFill>
              <a:srgbClr val="1F23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67624" y="2697480"/>
            <a:ext cx="3399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167624" y="3044952"/>
            <a:ext cx="339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992 px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030" y="2560320"/>
            <a:ext cx="0" cy="960120"/>
          </a:xfrm>
          <a:prstGeom prst="line">
            <a:avLst/>
          </a:prstGeom>
          <a:noFill/>
          <a:ln w="25400">
            <a:solidFill>
              <a:srgbClr val="A8402B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4644390" y="352958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4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600px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67624" y="2560320"/>
            <a:ext cx="0" cy="960120"/>
          </a:xfrm>
          <a:prstGeom prst="line">
            <a:avLst/>
          </a:prstGeom>
          <a:noFill/>
          <a:ln w="25400">
            <a:solidFill>
              <a:srgbClr val="A8402B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7618984" y="352958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4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992px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3931920"/>
            <a:ext cx="433349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menú baja bajo el nombre.</a:t>
            </a:r>
            <a:endParaRPr lang="en-US" sz="10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botones del Hero, a todo el ancho.</a:t>
            </a:r>
            <a:endParaRPr lang="en-US" sz="10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Márgenes de 16 px.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302758" y="3931920"/>
            <a:ext cx="27551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columna en Sobre mí y Contacto.</a:t>
            </a:r>
            <a:endParaRPr lang="en-US" sz="10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sigue en dos.</a:t>
            </a:r>
            <a:endParaRPr lang="en-US" sz="10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Márgenes de 24 px.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77352" y="3931920"/>
            <a:ext cx="3180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diseño de Figma tal cual.</a:t>
            </a:r>
            <a:endParaRPr lang="en-US" sz="10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media query actúa.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5486400"/>
            <a:ext cx="10927080" cy="640080"/>
          </a:xfrm>
          <a:prstGeom prst="roundRect">
            <a:avLst>
              <a:gd name="adj" fmla="val 14286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0976" y="5486400"/>
            <a:ext cx="10305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Anótalos en global.css: 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variable no funciona dentro de </a:t>
            </a:r>
            <a:pPr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@media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por eso 992 y 600 se escriben como número en cada hoja.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47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escribe @media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 primero o celular primero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de las reglas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3035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del ancho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9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47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MEDIA QUERIES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escribe una media query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regla condicional: lo que va entre sus llaves solo se aplica si se cumple la condición.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466344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@media (max-width: 992px)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solo si la ventana mide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992px o menos */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.hero-section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flex-direction: column;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4864608"/>
            <a:ext cx="109270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86460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@media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4864608"/>
            <a:ext cx="8641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Empieza la regla condicional.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5257800"/>
            <a:ext cx="109270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52578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max-width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5257800"/>
            <a:ext cx="8641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ese ancho. </a:t>
            </a:r>
            <a:pPr algn="l"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min-width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desde ese ancho.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5650992"/>
            <a:ext cx="109270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56509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 de dentro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5650992"/>
            <a:ext cx="8641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las propiedades que cambian. El resto viene de la regla de fuera.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6044184"/>
            <a:ext cx="109270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604418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Dónde va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651760" y="6044184"/>
            <a:ext cx="8641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final de la hoja, después de las reglas que corrige.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02317" y="2615184"/>
            <a:ext cx="1506125" cy="2103120"/>
          </a:xfrm>
          <a:prstGeom prst="roundRect">
            <a:avLst>
              <a:gd name="adj" fmla="val 6071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20" name="Image 0" descr="/tmp/claude-0/-home-user-sesiones-dagner/2613c8c1-437c-54f4-94d9-b62c29473bbd/scratchpad/deck/img/s12-tabl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75469" y="2688336"/>
            <a:ext cx="1359821" cy="195681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47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MEDIA QUERIES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 primero o celular primero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funcionan. Cambia cuál es el punto de partida.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7249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 primero · max-width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14400" y="3108960"/>
            <a:ext cx="4800600" cy="1371600"/>
          </a:xfrm>
          <a:prstGeom prst="roundRect">
            <a:avLst>
              <a:gd name="adj" fmla="val 6667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3273552"/>
            <a:ext cx="43434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.projects-grid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dos columnas */ 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@media (max-width: 600px)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.projects-grid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una */ 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57200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normal es la del escritorio. Es el enfoque de tu portafolio, porque tu diseño nació en un marco de 1440.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2615184"/>
            <a:ext cx="5349240" cy="2834640"/>
          </a:xfrm>
          <a:prstGeom prst="roundRect">
            <a:avLst>
              <a:gd name="adj" fmla="val 3226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27249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primero · min-width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92240" y="3108960"/>
            <a:ext cx="4800600" cy="1371600"/>
          </a:xfrm>
          <a:prstGeom prst="roundRect">
            <a:avLst>
              <a:gd name="adj" fmla="val 6667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20840" y="3273552"/>
            <a:ext cx="43434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.projects-grid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una columna */ 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@media (min-width: 600px)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.projects-grid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dos */ 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57200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normal es la del celular y se añaden columnas al crecer. Es el enfoque de Bootstrap: lo verás en la sesión 13.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5596128"/>
            <a:ext cx="10927080" cy="566928"/>
          </a:xfrm>
          <a:prstGeom prst="roundRect">
            <a:avLst>
              <a:gd name="adj" fmla="val 16129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50976" y="5596128"/>
            <a:ext cx="10305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las mezcles: 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un enfoque por proyecto. En el TA2 puedes usar cualquiera de los dos.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47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MEDIA QUERIES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de las reglas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media query no tiene más especificidad: gana por estar escrita después.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7249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84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La media query arriba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14400" y="3108960"/>
            <a:ext cx="4800600" cy="1554480"/>
          </a:xfrm>
          <a:prstGeom prst="roundRect">
            <a:avLst>
              <a:gd name="adj" fmla="val 5882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3273552"/>
            <a:ext cx="43434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@media (max-width: 600px)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.hero-title { font-size: 40px; 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.hero-title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64px; 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gana siempre */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754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celular sigue midiendo 64: la regla de abajo la pisa.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2615184"/>
            <a:ext cx="5349240" cy="2743200"/>
          </a:xfrm>
          <a:prstGeom prst="roundRect">
            <a:avLst>
              <a:gd name="adj" fmla="val 3333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27249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La media query al final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92240" y="3108960"/>
            <a:ext cx="4800600" cy="1554480"/>
          </a:xfrm>
          <a:prstGeom prst="roundRect">
            <a:avLst>
              <a:gd name="adj" fmla="val 5882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20840" y="3273552"/>
            <a:ext cx="43434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.hero-title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64px;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@media (max-width: 600px)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.hero-title { font-size: 40px; 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754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celular mide 40; en el escritorio, 64.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5532120"/>
            <a:ext cx="10927080" cy="566928"/>
          </a:xfrm>
          <a:prstGeom prst="roundRect">
            <a:avLst>
              <a:gd name="adj" fmla="val 16129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50976" y="5532120"/>
            <a:ext cx="10305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 error común: 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la llave de cierre de </a:t>
            </a:r>
            <a:pPr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@media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Todo lo que sigue queda dentro de la condición.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47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MEDIA QUERIES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del ancho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media query también pregunta por la pantalla y por las preferencias de la persona.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615184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(max-width: 600px)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261518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ventana mide 600 px o menos.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615184"/>
            <a:ext cx="320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321040" y="2615184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dos puntos de quiebre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200400"/>
            <a:ext cx="1092708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20040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(orientation: landscape)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3200400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pantalla es más ancha que alta.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3200400"/>
            <a:ext cx="320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0040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celular girado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85616"/>
            <a:ext cx="1092708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78561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(hover: hover)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3785616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un puntero que puede quedarse encima.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785616"/>
            <a:ext cx="320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785616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celular no se cumple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370832"/>
            <a:ext cx="1092708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37083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(prefers-reduced-motion)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4370832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pidió menos animaciones.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955280" y="4370832"/>
            <a:ext cx="320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4370832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lo usas: sesión 11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956048"/>
            <a:ext cx="1092708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495604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(prefers-color-scheme: dark)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023360" y="4956048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usa el modo oscuro.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955280" y="4956048"/>
            <a:ext cx="320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495604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tema oscuro para tu sitio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541264"/>
            <a:ext cx="1092708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4400" y="5541264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4023360" y="554126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se está imprimiendo.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5541264"/>
            <a:ext cx="320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541264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@media print { … }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47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MEDIA QUERIES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cabecera y el pie en el celular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header.css, bloque 6. El nombre y el menú ya no caben en una fila de 80.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309360" cy="3429000"/>
          </a:xfrm>
          <a:prstGeom prst="roundRect">
            <a:avLst>
              <a:gd name="adj" fmla="val 2667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8521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@media (max-width: 992px)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header { padding: 0 24px; 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footer { padding: 48px 24px; 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@media (max-width: 600px)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height: auto;        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pierde la altura fija */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flex-wrap: wrap;     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el menú baja de línea */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justify-content: center;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gap: 12px;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padding: 16px;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header &gt; a[href="contactame.html"] { display: none; 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footer { padding: 48px 16px; 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132320" y="2615184"/>
            <a:ext cx="1663190" cy="3429000"/>
          </a:xfrm>
          <a:prstGeom prst="roundRect">
            <a:avLst>
              <a:gd name="adj" fmla="val 5498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8" name="Image 0" descr="La cabecera en un celul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5472" y="2688336"/>
            <a:ext cx="1516886" cy="328269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978390" y="2615184"/>
            <a:ext cx="2588770" cy="3429000"/>
          </a:xfrm>
          <a:prstGeom prst="roundRect">
            <a:avLst>
              <a:gd name="adj" fmla="val 3532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289286" y="2615184"/>
            <a:ext cx="1966978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display: none 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quita el elemento por completo, también para los lectores de pantalla. Úsalo solo con lo que está repetido: el botón Contacto ya está en el menú.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47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Técnicas fluidas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relativas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clamp(): un tamaño que crece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auto-fit y minmax()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3035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aspect-ratio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585216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585216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585216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e iframes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22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47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TÉCNICAS FLUIDAS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relativas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medida fluida se adapta sola, sin media query. Ya usas varias.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61518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261518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ancho del contenedor.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949440" y="2615184"/>
            <a:ext cx="320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61518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max-width: 100%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imágenes y video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200400"/>
            <a:ext cx="1092708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20040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vw · vh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32004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1 % del ancho o del alto de la ventana.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3200400"/>
            <a:ext cx="320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3200400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4vw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dentro de 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clamp()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785616"/>
            <a:ext cx="1092708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785616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378561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tamaño de letra de la página: 1rem = 16 px.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785616"/>
            <a:ext cx="320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785616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padding: 3rem 1rem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70832"/>
            <a:ext cx="1092708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37083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437083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tamaño de letra del propio elemento.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4370832"/>
            <a:ext cx="320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0" y="4370832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letter-spacing: -0.02em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4956048"/>
            <a:ext cx="1092708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4956048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377440" y="495604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ancho del carácter «0».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949440" y="4956048"/>
            <a:ext cx="320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0" y="4956048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max-width: 70ch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párrafos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41264"/>
            <a:ext cx="1092708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4400" y="554126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554126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fracción del espacio libre de una rejilla.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949440" y="5541264"/>
            <a:ext cx="320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0" y="554126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minmax(360px, 1fr)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47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TÉCNICAS FLUIDAS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clamp(): un tamaño que crece con la pantalla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clamp(mínimo, preferido, máximo). Usa el preferido mientras quede entre los dos límites.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675120" cy="3372754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cla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6528816" cy="322645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98080" y="2615184"/>
            <a:ext cx="4069080" cy="1371600"/>
          </a:xfrm>
          <a:prstGeom prst="roundRect">
            <a:avLst>
              <a:gd name="adj" fmla="val 6667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26680" y="2779776"/>
            <a:ext cx="36118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.hero-title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clamp(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2.5rem, 1.5rem + 4vw, 4rem);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411480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390 px: 24 + 15.6 = 39.6 →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el mínimo.</a:t>
            </a:r>
            <a:endParaRPr lang="en-US" sz="11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820 px: 24 + 32.8 =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56.8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1000 px: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el máximo de Figma.</a:t>
            </a:r>
            <a:endParaRPr lang="en-US" sz="11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y máximo en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respetan el zoom de texto del navegador.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47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TÉCNICAS FLUIDAS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auto-fit: una rejilla que decide sus columnas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Tantas columnas de al menos 360 px como quepan. Sin media query.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766560" cy="3416710"/>
          </a:xfrm>
          <a:prstGeom prst="roundRect">
            <a:avLst>
              <a:gd name="adj" fmla="val 2676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autof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6620256" cy="327040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89520" y="2615184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18120" y="2779776"/>
            <a:ext cx="35204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.projects-grid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display: grid;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grid-template-columns: repeat(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auto-fit,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minmax(min(100%, 360px), 1fr));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4114800"/>
            <a:ext cx="3931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auto-fit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tantas columnas como quepan; si sobran, estira las tarjetas.</a:t>
            </a:r>
            <a:endParaRPr lang="en-US" sz="105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minmax(360px, 1fr)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mínimo 360, máximo una fracción.</a:t>
            </a:r>
            <a:endParaRPr lang="en-US" sz="105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min(100%, 360px)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 pantallas de menos de 360 no se desborda.</a:t>
            </a:r>
            <a:endParaRPr lang="en-US" sz="105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auto-fill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deja las columnas vacías.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47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TÉCNICAS FLUIDAS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aspect-ratio: la proporción en lugar del alto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alto fijo, la imagen se recorta en el celular. Con una proporción, se achica entera.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631772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2-proyectos-8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5485468" cy="22311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0749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a 820 px: dos columnas sin media query y la imagen completa.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858000" y="2615184"/>
            <a:ext cx="4709160" cy="1463040"/>
          </a:xfrm>
          <a:prstGeom prst="roundRect">
            <a:avLst>
              <a:gd name="adj" fmla="val 6250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086600" y="2779776"/>
            <a:ext cx="42519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.project-image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width: 100%;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height: auto;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aspect-ratio: 628 / 220;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Figma */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858000" y="4206240"/>
            <a:ext cx="4709160" cy="1463040"/>
          </a:xfrm>
          <a:prstGeom prst="roundRect">
            <a:avLst>
              <a:gd name="adj" fmla="val 6250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86600" y="4370832"/>
            <a:ext cx="42519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iframe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width: 100%;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max-width: 560px;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height: auto;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aspect-ratio: 16 / 9;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" y="5486400"/>
            <a:ext cx="10927080" cy="566928"/>
          </a:xfrm>
          <a:prstGeom prst="roundRect">
            <a:avLst>
              <a:gd name="adj" fmla="val 16129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50976" y="5486400"/>
            <a:ext cx="10305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iframe lo necesita: 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imagen conserva su proporción con </a:t>
            </a:r>
            <a:pPr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height: auto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un iframe no.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47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TÉCNICAS FLUIDAS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tabla que se desplaza dentro de su caja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columnas de una tabla no se pueden apilar. Si no cabe, se desplaza ella, no la página.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684316" cy="3474720"/>
          </a:xfrm>
          <a:prstGeom prst="roundRect">
            <a:avLst>
              <a:gd name="adj" fmla="val 5429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La tabla de herramientas desplazada en un celul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1538012" cy="332841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552996" y="2615184"/>
            <a:ext cx="9014164" cy="1234440"/>
          </a:xfrm>
          <a:prstGeom prst="roundRect">
            <a:avLst>
              <a:gd name="adj" fmla="val 7407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81596" y="2779776"/>
            <a:ext cx="855696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&lt;div 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class="tabla-scroll"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role="region"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aria-label="Tabla de herramientas" tabindex="0"&gt;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&lt;table&gt; … &lt;/table&gt;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&lt;/div&gt;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552996" y="3977640"/>
            <a:ext cx="9014164" cy="1234440"/>
          </a:xfrm>
          <a:prstGeom prst="roundRect">
            <a:avLst>
              <a:gd name="adj" fmla="val 7407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1596" y="4142232"/>
            <a:ext cx="855696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.tabla-scroll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overflow-x: auto; }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.tabla-scroll table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min-width: 32rem; 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por debajo, ilegible */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552996" y="5349240"/>
            <a:ext cx="9014164" cy="731520"/>
          </a:xfrm>
          <a:prstGeom prst="roundRect">
            <a:avLst>
              <a:gd name="adj" fmla="val 12500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63892" y="5349240"/>
            <a:ext cx="83923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tabindex="0": 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caja recibe el foco con Tab y se mueve con las flechas. </a:t>
            </a:r>
            <a:pPr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aria-label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dicen al lector de pantalla qué es.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47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27248" y="2651760"/>
            <a:ext cx="5943600" cy="960120"/>
          </a:xfrm>
          <a:prstGeom prst="roundRect">
            <a:avLst>
              <a:gd name="adj" fmla="val 49524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127248" y="2651760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DESCANSO · 15 MINUTOS</a:t>
            </a:r>
            <a:endParaRPr lang="en-US" sz="2000" dirty="0"/>
          </a:p>
        </p:txBody>
      </p:sp>
      <p:pic>
        <p:nvPicPr>
          <p:cNvPr id="4" name="Image 0" descr="Indicador de esp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0408" y="397764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5321808"/>
            <a:ext cx="9445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volver hacemos la versión móvil en Figma y la llevamos al código. Después empieza el Taller TA2.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47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strumental: aplicación del conocimiento con ejercicios y demostraci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47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FIGMA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 hoy: la versión móvil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del manual. Cada clic está en la Guía de Figma de la sesión.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 la página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D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sobre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mi-portafolio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Renombra la copia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mi-portafolio-movil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 fijo 390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ancho de un iPhone 13 o 14. Lo que tenga Ancho fijo se saldrá: lo corriges.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vertical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Encabezado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hero-section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about-content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projects-grid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contact-content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Llenar el contenedor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medía 480, 520 o 696, y los dos botones del Hero.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Espaciado 16 y 48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las secciones. Títulos de sección a 28; el título del Hero a 40.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al contenido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alto del marco, del pie y de las tarjetas. Después,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05332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 solo en la copia: antes de cambiar un valor, mira en Capas que la capa esté dentro de mi-portafolio-movil.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47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FIGMA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marco móvil a las media queries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cambio que haces en el marco de 390 es una regla dentro de @media.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96112" y="25877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 móvil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25877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CSS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83464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hero-section · Flujo vertical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283464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283464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.hero-section { flex-direction: column; }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33375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hero-actions · Flujo vertical; botones en Llenar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333756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333756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flex-direction: column; align-items: stretch;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384048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about-graphic, contact-list · Llenar el contenedor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384048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384048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flex-basis: auto;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34340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6112" y="434340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projects-grid · Flujo vertical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434340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434340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auto-fit: una columna sin media query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484632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96112" y="484632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 del Hero · 40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0" y="484632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484632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clamp(2.5rem, 1.5rem + 4vw, 4rem)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34924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96112" y="534924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Secciones · Espaciado 16 y 48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534924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534924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{ padding: 3rem 1rem; }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585216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96112" y="58521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project-image · H 125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029200" y="585216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40680" y="585216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aspect-ratio: 628 / 220;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47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Construimos juntos: el Hero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index.css: el título con clamp() y el bloque 6. Paso 3 de la guía de código.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309360" cy="3529584"/>
          </a:xfrm>
          <a:prstGeom prst="roundRect">
            <a:avLst>
              <a:gd name="adj" fmla="val 2591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852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@media (max-width: 992px)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.hero-section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flex-direction: column;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padding: 60px 24px;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text-align: center;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.hero-actions { justify-content: center; }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.hero-right { width: 100%; }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.code-body { text-align: left; overflow-x: auto; }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@media (max-width: 600px)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.hero-section { padding: 48px 16px; }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.hero-actions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flex-direction: column;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align-items: stretch;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.code-body { padding: 16px; font-size: 12px; }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132320" y="2615184"/>
            <a:ext cx="1709668" cy="3529584"/>
          </a:xfrm>
          <a:prstGeom prst="roundRect">
            <a:avLst>
              <a:gd name="adj" fmla="val 5348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8" name="Image 0" descr="El Hero en un celul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5472" y="2688336"/>
            <a:ext cx="1563364" cy="3383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024868" y="2697480"/>
            <a:ext cx="254229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clamp()</a:t>
            </a:r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.hero-title</a:t>
            </a:r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borra su regla de 600.</a:t>
            </a:r>
            <a:endParaRPr lang="en-US" sz="11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Tablet: las columnas se apilan y se centran.</a:t>
            </a:r>
            <a:endParaRPr lang="en-US" sz="11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Celular: botones a todo el ancho.</a:t>
            </a:r>
            <a:endParaRPr lang="en-US" sz="11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código, a 12 px: cabe sin desplazarse.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47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Construimos juntos: Proyectos, video y tabla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contenido.css. Pasos 4 y 5 de la guía de código.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309360" cy="3529584"/>
          </a:xfrm>
          <a:prstGeom prst="roundRect">
            <a:avLst>
              <a:gd name="adj" fmla="val 2591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852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.projects-grid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display: grid;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grid-template-columns: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repeat(auto-fit, minmax(min(100%, 360px), 1fr));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gap: 24px;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.project-image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height: auto;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aspect-ratio: 628 / 220;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iframe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width: 100%; max-width: 560px;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height: auto; aspect-ratio: 16 / 9;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.tabla-scroll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overflow-x: auto; }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.tabla-scroll table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min-width: 32rem; 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132320" y="261518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96912" y="271576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69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90688" y="2615184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Rejilla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842248" y="2615184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auto-fit en .projects-grid.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0" y="3214116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6912" y="331470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96912" y="33147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3214116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842248" y="3214116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Quita .projects-grid del bloque 14.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32320" y="3813048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96912" y="391363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96912" y="3913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90688" y="3813048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842248" y="381304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aspect-ratio en vez de 220.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32320" y="4411980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96912" y="451256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96912" y="45125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90688" y="4411980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842248" y="4411980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iframe en 16:9.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132320" y="5010912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96912" y="511149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96912" y="5111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790688" y="5010912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842248" y="501091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div .tabla-scroll en el HTML.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132320" y="560984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96912" y="571042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96912" y="57104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790688" y="5609844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8842248" y="5609844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390 no hay barra horizontal.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47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tú: las páginas interiores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20 minutos. Pasos 6 y 7 de la guía de código.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 fluidos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h2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clamp(1.75rem, 1.25rem + 2vw, 2.25rem)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14: Sobre mí y Contacto en columna; la multimedia y el formulario en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1fr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media query de 600: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padding: 3rem 1rem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celular, los botones uno debajo del otro.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quiebre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992 y 600 en un comentario de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global.css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y publica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cuatro páginas a 390, 820 y 1440. Valida y sube a Netlify.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05332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termines ahora entra en el Taller TA2: aplica lo mismo a tu sitio.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47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Compruébalo en el celular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dispositivo a 390 px. Ninguna página debe desplazarse hacia los lados.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599810" cy="3291840"/>
          </a:xfrm>
          <a:prstGeom prst="roundRect">
            <a:avLst>
              <a:gd name="adj" fmla="val 5716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Inic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660904"/>
            <a:ext cx="1508370" cy="3200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961888"/>
            <a:ext cx="1782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514210" y="2615184"/>
            <a:ext cx="1599810" cy="3291840"/>
          </a:xfrm>
          <a:prstGeom prst="roundRect">
            <a:avLst>
              <a:gd name="adj" fmla="val 5716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9" name="Image 1" descr="Sobre mí: el vi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9930" y="2660904"/>
            <a:ext cx="1508370" cy="3200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422770" y="5961888"/>
            <a:ext cx="1782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mí: el video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88340" y="2615184"/>
            <a:ext cx="1599810" cy="3291840"/>
          </a:xfrm>
          <a:prstGeom prst="roundRect">
            <a:avLst>
              <a:gd name="adj" fmla="val 5716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12" name="Image 2" descr="Proyect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060" y="2660904"/>
            <a:ext cx="1508370" cy="3200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296900" y="5961888"/>
            <a:ext cx="1782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6262470" y="2615184"/>
            <a:ext cx="1599810" cy="3291840"/>
          </a:xfrm>
          <a:prstGeom prst="roundRect">
            <a:avLst>
              <a:gd name="adj" fmla="val 5716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15" name="Image 3" descr="Contact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190" y="2660904"/>
            <a:ext cx="1508370" cy="32004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171030" y="5961888"/>
            <a:ext cx="1782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</a:t>
            </a:r>
            <a:endParaRPr lang="en-US" sz="1050" dirty="0"/>
          </a:p>
        </p:txBody>
      </p:sp>
      <p:sp>
        <p:nvSpPr>
          <p:cNvPr id="17" name="Shape 11"/>
          <p:cNvSpPr/>
          <p:nvPr/>
        </p:nvSpPr>
        <p:spPr>
          <a:xfrm>
            <a:off x="8136600" y="2615184"/>
            <a:ext cx="3430560" cy="3291840"/>
          </a:xfrm>
          <a:prstGeom prst="roundRect">
            <a:avLst>
              <a:gd name="adj" fmla="val 2778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337768" y="2743200"/>
            <a:ext cx="3028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algo sobresale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8337768" y="3127248"/>
            <a:ext cx="302822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ancho fijo en px sin 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max-width: 100%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línea de código o una URL larga.</a:t>
            </a:r>
            <a:endParaRPr lang="en-US" sz="1050" dirty="0"/>
          </a:p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tabla sin su caja con 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overflow-x: auto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DevTools, busca el elemento que pasa del borde derecho.</a:t>
            </a:r>
            <a:endParaRPr lang="en-US" sz="1050" dirty="0"/>
          </a:p>
        </p:txBody>
      </p:sp>
      <p:sp>
        <p:nvSpPr>
          <p:cNvPr id="20" name="Text 1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47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· Codificar con IA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EXTRA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fórmula del buen prompt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 prompt y buen prompt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de hoy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3035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con 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9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47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· IA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fórmula del buen prompt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con ChatGPT, Gemini, Claude o Copilot. Escríbelo en español y en un solo mensaje.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debe ser la IA. Actúa como docente de CSS que explica a principiantes.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tienes y qué usas. Mi portafolio usa HTML y CSS propio, con variables en </a:t>
            </a:r>
            <a:pPr algn="l"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:root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Este es mi código: …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cosa, concreta. Escribe la regla </a:t>
            </a:r>
            <a:pPr algn="l"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:hover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botón </a:t>
            </a:r>
            <a:pPr algn="l"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.btn-primary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debe hacer. Usa mis variables, no cambies el HTML y no uses JavaScript.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quieres la respuesta. Solo el CSS y una línea de explicación por propiedad.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la respuesta en el validador, en el navegador y contra tu Figma antes de usarla.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/ 47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· IA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 prompt y buen prompt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Diseño responsivo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246120" cy="2377440"/>
          </a:xfrm>
          <a:prstGeom prst="roundRect">
            <a:avLst>
              <a:gd name="adj" fmla="val 3846"/>
            </a:avLst>
          </a:prstGeom>
          <a:solidFill>
            <a:srgbClr val="FDECEC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432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no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154680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«Haz que mi página sea responsive.»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69080" y="2615184"/>
            <a:ext cx="7498080" cy="2377440"/>
          </a:xfrm>
          <a:prstGeom prst="roundRect">
            <a:avLst>
              <a:gd name="adj" fmla="val 3846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2779776"/>
            <a:ext cx="70408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Actúa como docente de CSS. Mi cabecera usa flex en fila: [pega el CSS de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header.css]. En Figma, la versión de 390px tiene Flujo vertical, Espacio 12,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Espaciado 16 y el menú con Espacio 20. Escribe una sola media query @media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(max-width: 600px) con esos valores, para el final de mi hoja. No toques las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reglas de escritorio.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0698480" y="265176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DD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SÍ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5138928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5422392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5138928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el punto de quiebre y los valores del marco móvil.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5138928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44568" y="5422392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44568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5138928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una sola media query, en el lugar correcto.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0" y="5138928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47888" y="5422392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47888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778240" y="5138928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las reglas que ya funcionan.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/ 47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· IA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de hoy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lo que está entre corchetes por tu código. Los prompts completos están en la guía Extra de IA.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61518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 fluidos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2615184"/>
            <a:ext cx="7726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Figma, el título del Hero mide 64px en escritorio y 40px en el celular. Escribe un font-size con clamp() que vaya de 40px a 64px entre 390px y…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3438144"/>
            <a:ext cx="109270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43814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barra horizontal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3438144"/>
            <a:ext cx="7726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390px mi página tiene barra horizontal. Dame tres formas de encontrar qué elemento la causa con las herramientas del navegador, sin cambiar todavía…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261104"/>
            <a:ext cx="109270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26110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rejilla que se adapta sola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4261104"/>
            <a:ext cx="7726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esta rejilla de dos columnas [pega .projects-grid] para que use repeat(auto-fit, minmax(300px, 1fr)) y explícame a qué ancho pasa a una sola…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5084064"/>
            <a:ext cx="109270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508406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tabla en el celular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5084064"/>
            <a:ext cx="7726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Tengo esta tabla: [pega]. Propón dos soluciones para el celular: desplazamiento horizontal dentro de un contenedor o filas apiladas. Dime las…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/ 47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· IA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con IA y la revisión final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propone; tú decides con el manual y la guía de la sesión.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con 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Textos para el celular: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Selecciona un texto largo del marco móvil y usa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Shorten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Acciones. En el celular, menos texto se lee mejor; decide tú qué versión queda.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primer borrador: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Draft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genera una pantalla a partir de una frase, como «portafolio de docente, celular, 390». Úsalo solo para comparar ideas: tu marco móvil sigue los…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Make: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Make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describes en un chat lo que quieres y la IA arma un prototipo que funciona en el navegador. Pídele una versión adaptable de tu Hero y compara cómo…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2743200"/>
          </a:xfrm>
          <a:prstGeom prst="roundRect">
            <a:avLst>
              <a:gd name="adj" fmla="val 3333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usar lo que te dio la IA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Probaste a 390, 820 y 1440 px.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etiqueta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viewport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está en el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&lt;head&gt;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media queries van al final y usan los puntos de quiebre del curso: 600 y 992.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imagen se deforma: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max-width: 100%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height: auto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5486400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0976" y="5486400"/>
            <a:ext cx="10305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bitácora de prompts: 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el prompt, lo que te dio, lo que corregiste y cómo lo comprobaste. Va en tu proyecto integrador.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/ 47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ivelador: nivel de comprensión del estudia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47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Autoevaluación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mentalmente cada punto. Si dudas en alguno, pregunta ahora.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6883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26151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para qué sirve la etiqueta viewport y dónde va.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0723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1455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30723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Pruebo mi página en el modo dispositivo de DevTools a 390, 820 y 1440.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5295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6027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71600" y="35295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Escribo una media query con max-width y la pongo al final de la hoja.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9867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0599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71600" y="39867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Distingo escritorio primero (max-width) de celular primero (min-width).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4439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5171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71600" y="44439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leer clamp(mínimo, preferido, máximo).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9011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49743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371600" y="49011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Puedo hacer una rejilla que cambie de columnas sin media query.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3583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54315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371600" y="53583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por qué un iframe necesita aspect-ratio y una tabla, overflow-x.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58155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0" y="58887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371600" y="58155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Tengo claro qué se evalúa en el Taller TA2.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47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de consultas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parte quedó menos clara?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¿No cambia?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Escribí la media query y no pasa nada.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10712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93592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ancho?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¿Cuáles son los puntos de quiebre correctos?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81344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¿Barra lateral?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9944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celular la página se mueve a los lados.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51976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34856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entrego?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180576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debo subir para el TA2?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55464"/>
            <a:ext cx="1092708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0976" y="5010912"/>
            <a:ext cx="10305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la media query no funciona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5376672"/>
            <a:ext cx="1030528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en este orden: la etiqueta viewport, que la media query esté al final de la hoja, que todas sus llaves cierren y que el selector de dentro sea el mismo de fuera. En DevTools, la regla aparece tachada cuando otra le gana.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/ 47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uncional: aplicar lo aprend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/ 47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ONLINE · TA2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TA2: CSS3 y diseño responsivo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evaluada: vale el 15 % de tu nota final del curso. Jueves 22/10/2026 · 4 horas.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3611880"/>
          </a:xfrm>
          <a:prstGeom prst="roundRect">
            <a:avLst>
              <a:gd name="adj" fmla="val 2532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743200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27248"/>
            <a:ext cx="472744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CSS3 a tu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del TA1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 a tu portafolio) para que reproduzca tu Figma en escritorio y en celular.</a:t>
            </a:r>
            <a:endParaRPr lang="en-US" sz="11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Figma: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marco de escritorio y marco móvil de 390, con un componente con variante Hover y su prototipo.</a:t>
            </a:r>
            <a:endParaRPr lang="en-US" sz="11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externo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assets/css/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con variables en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:root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sin estilos en línea.</a:t>
            </a:r>
            <a:endParaRPr lang="en-US" sz="11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y Grid: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 menos un contenedor de cada uno.</a:t>
            </a:r>
            <a:endParaRPr lang="en-US" sz="11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Responsivo: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viewport, media queries para tablet y celular y una medida fluida.</a:t>
            </a:r>
            <a:endParaRPr lang="en-US" sz="11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Movimiento: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:hover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transition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un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un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@keyframes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con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prefers-reduced-motion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74320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Indicaciones de entrega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0" y="3255264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255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32186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al Aula Virtual la URL de Netlify y el enlace de Figma con los dos marcos.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0" y="3968496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3931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y CSS validados en el W3C sin errores.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0" y="4681728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46451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390 px ninguna página se desplaza hacia los lados.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0" y="5394960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0" y="5394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132320" y="53583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individual dentro del plazo que confirme el docente.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/ 47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ONLINE · TA2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Rúbrica de evaluación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criterios. Es la misma rúbrica del documento del taller.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67919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679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151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en Figma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261518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 y móvil de 390; componente con variante Hover y prototipo.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0424160" y="2615184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145536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320954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095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14553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CSS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434840" y="314553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Hojas externas, variables en :root, clases legibles, sin estilos en línea.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424160" y="3145536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675888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680" y="373989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3739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6758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y Grid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434840" y="367588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Reproducen el Flujo, el Espacio, el Espaciado y la alineación del diseño.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0" y="367588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420624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8680" y="427024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4270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206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responsivo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434840" y="42062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viewport, media queries, medidas fluidas y sin barra horizontal a 390 px.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0" y="420624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4736592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68680" y="480060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4800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371600" y="47365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Transiciones y animaciones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4434840" y="47365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:hover con transition, transform, @keyframes y movimiento reducido.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10424160" y="473659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5266944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8680" y="533095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" y="5330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1371600" y="52669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y despliegue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4434840" y="526694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y CSS sin errores en el W3C; sitio funcional en Netlify.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10424160" y="5266944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897880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de esta rúbrica equivale al 15 % de tu nota final del curso.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/ 47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ientador: conclusión del te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/ 47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clave de la sesión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95528" y="269748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353312" y="2651760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la etiqueta viewport, el celular muestra la página en miniatura.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95528" y="313639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3136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3090672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media query aplica reglas solo si se cumple una condición, como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max-width: 600px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" y="357530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3575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353312" y="3529584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media queries van al final: ganan por orden, no por especificidad.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5528" y="401421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5528" y="4014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353312" y="3968496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 primero usa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max-width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celular primero,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min-width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5528" y="445312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4453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4407408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clamp()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hace crecer una medida entre un mínimo y un máximo.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" y="489204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" y="4892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4846320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repeat(auto-fit, minmax(…))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decide las columnas sin media query.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95528" y="533095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5330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353312" y="5285232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aspect-ratio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conserva la proporción de imágenes e iframes.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95528" y="576986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5769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353312" y="5724144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cambio del marco móvil de Figma es una regla dentro de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@media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/ 47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dónde vamos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portafolio ya se adapta a cualquier pantalla. Lo que viene.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51560" y="3895344"/>
            <a:ext cx="10104120" cy="0"/>
          </a:xfrm>
          <a:prstGeom prst="line">
            <a:avLst/>
          </a:prstGeom>
          <a:noFill/>
          <a:ln w="3175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84248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Animaciones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4133088"/>
            <a:ext cx="1837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Transiciones, transform y @keyframes.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63924" y="3776472"/>
            <a:ext cx="237744" cy="23774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72384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072384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163824" y="4133088"/>
            <a:ext cx="1837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y el Taller TA2.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25896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93208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093208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184648" y="4133088"/>
            <a:ext cx="1837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y su sistema de grillas.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46720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14032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14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7114032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205472" y="4133088"/>
            <a:ext cx="1837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y utilidades.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067544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34856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15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134856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226296" y="4133088"/>
            <a:ext cx="1837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integrador.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5340096"/>
            <a:ext cx="10927080" cy="694944"/>
          </a:xfrm>
          <a:prstGeom prst="roundRect">
            <a:avLst>
              <a:gd name="adj" fmla="val 13158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50976" y="5340096"/>
            <a:ext cx="103052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Recuerda confirmar en el Aula Virtual la fecha límite del Taller TA2. En la sesión 13 llega Bootstrap: una grilla responsiva escrita con celular primero.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18134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Dagner Anibal Chuman Lluen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/ 47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Centro de Informática USS · Protech XP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12 · Diseño web responsivo y Taller TA2</dc:title>
  <dc:subject>Curso de Diseño Web</dc:subject>
  <dc:creator>Ing. Dagner Anibal Chuman Lluen</dc:creator>
  <cp:lastModifiedBy>Ing. Dagner Anibal Chuman Lluen</cp:lastModifiedBy>
  <cp:revision>1</cp:revision>
  <dcterms:created xsi:type="dcterms:W3CDTF">2026-10-09T15:35:58Z</dcterms:created>
  <dcterms:modified xsi:type="dcterms:W3CDTF">2026-10-09T15:35:58Z</dcterms:modified>
</cp:coreProperties>
</file>