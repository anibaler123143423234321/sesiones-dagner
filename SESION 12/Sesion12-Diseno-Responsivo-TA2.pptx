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jp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jp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jp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jp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jp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7000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comenzamos en unos minutos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20640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portafolio en Chrome con DevTools. Hoy lo pruebas en el celular. Al final: Taller TA2.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8304" y="5861304"/>
            <a:ext cx="2761488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18304" y="5861304"/>
            <a:ext cx="2761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42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3230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web responsivo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· media queries · clamp() · auto-fit · aspect-ratio · Taller TA2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9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286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450592"/>
            <a:ext cx="2834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.hero-actions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column;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Cómo te sientes ho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Qué es CINFO? Conceptual, Instrumental, Nivelador, Funcional y Orien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ocimientos previos y definiciones cl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venimos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se ve como tu diseño de 1440. Falta que se vea bien en un celular.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Estilos, Flexbox y Grid con las medidas de Figma.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Transiciones, transform y la entrada del Hero.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 media queries «de anticipo» copiadas en la sesión 10.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tu página en tres anchos con DevTools.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y ordenar tus propias media queries.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fluidas que se adaptan sin media query.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27080" cy="1298448"/>
          </a:xfrm>
          <a:prstGeom prst="roundRect">
            <a:avLst>
              <a:gd name="adj" fmla="val 704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736592"/>
            <a:ext cx="10305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también es el Taller TA2 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hora es el Taller online TA2 (15 % de la nota final): aplicar CSS y diseño responsivo a tu sitio del TA1 o a tu portafolio. Todo lo que veas hoy entra en el taller.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 APRENDIZAJE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lograr hoy?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70048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151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61518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una página a 1440, 820 y 390 px con el modo dispositivo de DevTools.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374136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74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19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1927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media queries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ponerlas en el lugar correcto.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078224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23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02336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clamp()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que una medida crezca con la pantalla.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782312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7274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7274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una rejilla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auto-fit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multimedia que conserve su proporción.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" y="5486400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4315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431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en Figma la versión móvil de la página en un marco de 390.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reparten las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1518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5786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diseño responsivo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5786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pantallas, la etiqueta viewport y DevTools.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4952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8610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0861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0495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04952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@media, puntos de quiebre y el orden de las reglas.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30495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57016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fluidas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204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clamp(), auto-fit, aspect-ratio y tablas.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520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91356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27932"/>
            <a:ext cx="347472" cy="347472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027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64208" y="39913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0" y="39913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462272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498848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664208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la versión móvil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446227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de 390 y los cambios de Flujo.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44622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3318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496976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4969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664208" y="49331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tu portafolio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49331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Hero, Proyectos, la tabla y el video.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95560" y="49331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0410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544068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664208" y="54041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online TA2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34924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evaluada: 15 % de la nota final.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195560" y="5404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página, muchas pantallas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viewport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en DevTools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de quiebre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DISEÑO RESPONSIVO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página, tres pantallas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HTML y el mismo CSS. Cambia el ancho de la ventana y el diseño se acomoda.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51872" y="2615184"/>
            <a:ext cx="474025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Escritorio · 1440 p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024" y="2688336"/>
            <a:ext cx="4593946" cy="28712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7552" y="5705856"/>
            <a:ext cx="52888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· 1440 px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286112" y="5961888"/>
            <a:ext cx="5471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diseño de Figma tal cual.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66442" y="2615184"/>
            <a:ext cx="2141556" cy="3017520"/>
          </a:xfrm>
          <a:prstGeom prst="roundRect">
            <a:avLst>
              <a:gd name="adj" fmla="val 427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0" name="Image 1" descr="Tablet · 820 p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594" y="2688336"/>
            <a:ext cx="1995252" cy="28712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92122" y="5705856"/>
            <a:ext cx="26901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· 820 px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300682" y="5961888"/>
            <a:ext cx="2873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columna, salvo Proyectos.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082317" y="2615184"/>
            <a:ext cx="1473051" cy="3017520"/>
          </a:xfrm>
          <a:prstGeom prst="roundRect">
            <a:avLst>
              <a:gd name="adj" fmla="val 620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4" name="Image 2" descr="Celular · 390 p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469" y="2688336"/>
            <a:ext cx="1326747" cy="28712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07997" y="5705856"/>
            <a:ext cx="20216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· 390 px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8716557" y="5961888"/>
            <a:ext cx="22045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bajo el nombre.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DISEÑO RESPONSIVO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viewport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ella, el celular finge una pantalla de unos 980 px y muestra la página en miniatura.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663190" cy="3429000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Portada en un celular sin la etiqueta view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1516886" cy="32826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089904"/>
            <a:ext cx="16631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viewport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31870" y="2615184"/>
            <a:ext cx="1663190" cy="3429000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9" name="Image 1" descr="Portada en un celular con la etiqueta view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22" y="2688336"/>
            <a:ext cx="1516886" cy="32826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31870" y="6089904"/>
            <a:ext cx="16631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viewport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15099" y="2615184"/>
            <a:ext cx="7052061" cy="960120"/>
          </a:xfrm>
          <a:prstGeom prst="roundRect">
            <a:avLst>
              <a:gd name="adj" fmla="val 952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43699" y="2779776"/>
            <a:ext cx="659486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name="viewport"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content="width=device-width, initial-scale=1.0" /&gt;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15099" y="3730752"/>
            <a:ext cx="7052061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16267" y="3730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width=device-width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075419" y="3730752"/>
            <a:ext cx="43088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ancho real del celular.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15099" y="4306824"/>
            <a:ext cx="7052061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16267" y="43068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initial-scale=1.0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075419" y="4306824"/>
            <a:ext cx="43088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zoom inicial: la página no se achica.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515099" y="4983480"/>
            <a:ext cx="7052061" cy="1051560"/>
          </a:xfrm>
          <a:prstGeom prst="roundRect">
            <a:avLst>
              <a:gd name="adj" fmla="val 869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825995" y="4983480"/>
            <a:ext cx="64302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la tienes: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el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tus cuatro páginas desde la sesión 01. Sin ella, ninguna media query de 600 px se activaría en un celular.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DISEÑO RESPONSIVO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tu página como si fuera un celular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modo dispositivo de DevTools: la herramienta de toda la sesión.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DevTools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Chrome,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F12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tu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dispositivo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M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el icono del celular, arriba a la izquierda.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elige Responsive y escribe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390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ancho.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anchos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las cuatro páginas 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390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820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1440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el borde de la página de 1440 a 320: el diseño cambia sin cortes.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barra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aparece desplazamiento horizontal, algo sobresale: anótalo.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final, abre la página publicada en tu propio celular: es la prueba definitiva.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DISEÑO RESPONSIVO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de quiebre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diseña para cada celular. Se eligen unos anchos y se corrige donde el diseño se rompe.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7512" y="2697480"/>
            <a:ext cx="4498086" cy="658368"/>
          </a:xfrm>
          <a:prstGeom prst="roundRect">
            <a:avLst>
              <a:gd name="adj" fmla="val 11111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97480"/>
            <a:ext cx="45529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44952"/>
            <a:ext cx="4552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600 px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20462" y="2697480"/>
            <a:ext cx="2919730" cy="658368"/>
          </a:xfrm>
          <a:prstGeom prst="roundRect">
            <a:avLst>
              <a:gd name="adj" fmla="val 11111"/>
            </a:avLst>
          </a:prstGeom>
          <a:solidFill>
            <a:srgbClr val="4FA3AC"/>
          </a:solidFill>
          <a:ln w="12700">
            <a:solidFill>
              <a:srgbClr val="4FA3A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93030" y="2697480"/>
            <a:ext cx="29745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93030" y="3044952"/>
            <a:ext cx="2974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 a 992 px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95056" y="2697480"/>
            <a:ext cx="3344672" cy="658368"/>
          </a:xfrm>
          <a:prstGeom prst="roundRect">
            <a:avLst>
              <a:gd name="adj" fmla="val 11111"/>
            </a:avLst>
          </a:prstGeom>
          <a:solidFill>
            <a:srgbClr val="1F2326"/>
          </a:solidFill>
          <a:ln w="12700">
            <a:solidFill>
              <a:srgbClr val="1F23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7624" y="2697480"/>
            <a:ext cx="339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67624" y="3044952"/>
            <a:ext cx="339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992 px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93030" y="2560320"/>
            <a:ext cx="0" cy="960120"/>
          </a:xfrm>
          <a:prstGeom prst="line">
            <a:avLst/>
          </a:prstGeom>
          <a:noFill/>
          <a:ln w="25400">
            <a:solidFill>
              <a:srgbClr val="A8402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644390" y="35295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4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600px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67624" y="2560320"/>
            <a:ext cx="0" cy="960120"/>
          </a:xfrm>
          <a:prstGeom prst="line">
            <a:avLst/>
          </a:prstGeom>
          <a:noFill/>
          <a:ln w="25400">
            <a:solidFill>
              <a:srgbClr val="A8402B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618984" y="35295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4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992px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931920"/>
            <a:ext cx="43334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baja bajo el nombre.</a:t>
            </a:r>
            <a:endParaRPr lang="en-US" sz="10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 del Hero, a todo el ancho.</a:t>
            </a:r>
            <a:endParaRPr lang="en-US" sz="10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de 16 px.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302758" y="3931920"/>
            <a:ext cx="27551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columna en Sobre mí y Contacto.</a:t>
            </a:r>
            <a:endParaRPr lang="en-US" sz="10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sigue en dos.</a:t>
            </a:r>
            <a:endParaRPr lang="en-US" sz="10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de 24 px.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77352" y="3931920"/>
            <a:ext cx="318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diseño de Figma tal cual.</a:t>
            </a:r>
            <a:endParaRPr lang="en-US" sz="10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media query actúa.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27080" cy="640080"/>
          </a:xfrm>
          <a:prstGeom prst="roundRect">
            <a:avLst>
              <a:gd name="adj" fmla="val 1428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5486400"/>
            <a:ext cx="10305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Anótalos en global.css: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no funciona dentro de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por eso 992 y 600 se escriben como número en cada hoja.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escribe @media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primero o celular primero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las reglas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ancho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MEDIA QUERIES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escribe una media query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condicional: lo que va entre sus llaves solo se aplica si se cumple la condición.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66344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992px)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solo si la ventana mide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992px o menos */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.hero-section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column;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864608"/>
            <a:ext cx="109270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864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4864608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la regla condicional.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5257800"/>
            <a:ext cx="109270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257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5257800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ese ancho.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desde ese ancho.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650992"/>
            <a:ext cx="109270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650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de dentro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5650992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propiedades que cambian. El resto viene de la regla de fuera.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6044184"/>
            <a:ext cx="109270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60441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Dónde va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6044184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la hoja, después de las reglas que corrige.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2317" y="2615184"/>
            <a:ext cx="1506125" cy="2103120"/>
          </a:xfrm>
          <a:prstGeom prst="roundRect">
            <a:avLst>
              <a:gd name="adj" fmla="val 6071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20" name="Image 0" descr="/tmp/claude-0/-home-user-sesiones-dagner/2613c8c1-437c-54f4-94d9-b62c29473bbd/scratchpad/deck/img/s12-tab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5469" y="2688336"/>
            <a:ext cx="1359821" cy="195681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MEDIA QUERIES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primero o celular primero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funcionan. Cambia cuál es el punto de partida.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primero · max-width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4800600" cy="137160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273552"/>
            <a:ext cx="4343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dos columnas */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una */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720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normal es la del escritorio. Es el enfoque de tu portafolio, porque tu diseño nació en un marco de 1440.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15184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primero · min-width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3108960"/>
            <a:ext cx="4800600" cy="137160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3273552"/>
            <a:ext cx="4343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una columna */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600px)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dos */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5720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normal es la del celular y se añaden columnas al crecer. Es el enfoque de Bootstrap: lo verás en la sesión 13.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596128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5596128"/>
            <a:ext cx="10305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las mezcles: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enfoque por proyecto. En el TA2 puedes usar cualquiera de los dos.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MEDIA QUERIES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las reglas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media query no tiene más especificidad: gana por estar escrita después.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La media query arriba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4800600" cy="1554480"/>
          </a:xfrm>
          <a:prstGeom prst="roundRect">
            <a:avLst>
              <a:gd name="adj" fmla="val 588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273552"/>
            <a:ext cx="4343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.hero-title { font-size: 40px;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.hero-title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64px;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gana siempre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celular sigue midiendo 64: la regla de abajo la pisa.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media query al final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3108960"/>
            <a:ext cx="4800600" cy="1554480"/>
          </a:xfrm>
          <a:prstGeom prst="roundRect">
            <a:avLst>
              <a:gd name="adj" fmla="val 588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3273552"/>
            <a:ext cx="4343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.hero-title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64px;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.hero-title { font-size: 40px;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754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celular mide 40; en el escritorio, 64.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53212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5532120"/>
            <a:ext cx="10305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error común: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la llave de cierre de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Todo lo que sigue queda dentro de la condición.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MEDIA QUERIES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ancho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media query también pregunta por la pantalla y por las preferencias de la persona.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(max-width: 600px)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61518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mide 600 px o menos.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615184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61518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dos puntos de quiebre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004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(orientation: landscape)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20040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es más ancha que alta.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200400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004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celular girado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856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(hover: hover)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7856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puntero que puede quedarse encima.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785616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78561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celular no se cumple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3708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(prefers-reduced-motion)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37083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pidió menos animaciones.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370832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37083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lo usas: sesión 11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956048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9560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(prefers-color-scheme: dark)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495604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usa el modo oscuro.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95604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95604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tema oscuro para tu sitio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541264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5412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55412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se está imprimiendo.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5541264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54126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print { … }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MEDIA QUERIES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 y el pie en el celular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header.css, bloque 6. El nombre y el menú ya no caben en una fila de 80.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429000"/>
          </a:xfrm>
          <a:prstGeom prst="roundRect">
            <a:avLst>
              <a:gd name="adj" fmla="val 2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992px)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 { padding: 0 24px;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footer { padding: 48px 24px;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height: auto;    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pierde la altura fija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flex-wrap: wrap; 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el menú baja de línea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justify-content: center;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gap: 12px;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16px;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 &gt; a[href="contactame.html"] { display: none;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footer { padding: 48px 16px;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1663190" cy="3429000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La cabecera en un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2688336"/>
            <a:ext cx="1516886" cy="32826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978390" y="2615184"/>
            <a:ext cx="2588770" cy="3429000"/>
          </a:xfrm>
          <a:prstGeom prst="roundRect">
            <a:avLst>
              <a:gd name="adj" fmla="val 353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89286" y="2615184"/>
            <a:ext cx="196697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none 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el elemento por completo, también para los lectores de pantalla. Úsalo solo con lo que está repetido: el botón Contacto ya está en el menú.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fluidas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relativas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clamp(): un tamaño que crece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y minmax()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 iframes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TÉCNICAS FLUIDAS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relativas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medida fluida se adapta sola, sin media query. Ya usas varias.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61518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ancho del contenedor.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615184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61518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100%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imágenes y video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004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 · vh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2004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1 % del ancho o del alto de la ventana.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200400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20040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4vw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8561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78561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tamaño de letra de la página: 1rem = 16 px.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785616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7856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3rem 1rem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370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3708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tamaño de letra del propio elemento.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370832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37083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letter-spacing: -0.02em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956048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9560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495604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ancho del carácter «0».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95604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495604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70ch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párrafos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541264"/>
            <a:ext cx="1092708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5412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55412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fracción del espacio libre de una rejilla.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541264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554126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minmax(360px, 1fr)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TÉCNICAS FLUIDAS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clamp(): un tamaño que crece con la pantalla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clamp(mínimo, preferido, máximo). Usa el preferido mientras quede entre los dos límites.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675120" cy="3372754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cl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528816" cy="32264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2615184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2779776"/>
            <a:ext cx="3611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.hero-title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clamp(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2.5rem, 1.5rem + 4vw, 4rem);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41148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390 px: 24 + 15.6 = 39.6 →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mínimo.</a:t>
            </a:r>
            <a:endParaRPr lang="en-US" sz="11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820 px: 24 + 32.8 =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1000 px: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máximo de Figma.</a:t>
            </a:r>
            <a:endParaRPr lang="en-US" sz="11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y máximo en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respetan el zoom de texto del navegador.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TÉCNICAS FLUIDAS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auto-fit: una rejilla que decide sus columnas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Tantas columnas de al menos 360 px como quepan. Sin media query.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766560" cy="3416710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aut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620256" cy="32704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2615184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2779776"/>
            <a:ext cx="3520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auto-fit,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minmax(min(100%, 360px), 1fr));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4114800"/>
            <a:ext cx="3931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auto-fit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tantas columnas como quepan; si sobran, estira las tarjetas.</a:t>
            </a:r>
            <a:endParaRPr lang="en-US" sz="105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minmax(360px, 1fr)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mínimo 360, máximo una fracción.</a:t>
            </a:r>
            <a:endParaRPr lang="en-US" sz="105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min(100%, 360px)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 pantallas de menos de 360 no se desborda.</a:t>
            </a:r>
            <a:endParaRPr lang="en-US" sz="105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auto-fill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deja las columnas vacías.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TÉCNICAS FLUIDAS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aspect-ratio: la proporción en lugar del alto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alto fijo, la imagen se recorta en el celular. Con una proporción, se achica entera.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6317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2-proyectos-8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5485468" cy="22311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0749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a 820 px: dos columnas sin media query y la imagen completa.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58000" y="2615184"/>
            <a:ext cx="4709160" cy="1463040"/>
          </a:xfrm>
          <a:prstGeom prst="roundRect">
            <a:avLst>
              <a:gd name="adj" fmla="val 625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2779776"/>
            <a:ext cx="4251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.project-image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auto;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aspect-ratio: 628 / 220;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Figma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4206240"/>
            <a:ext cx="4709160" cy="1463040"/>
          </a:xfrm>
          <a:prstGeom prst="roundRect">
            <a:avLst>
              <a:gd name="adj" fmla="val 625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86600" y="4370832"/>
            <a:ext cx="4251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iframe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560px;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auto;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aspect-ratio: 16 / 9;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548640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5486400"/>
            <a:ext cx="10305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iframe lo necesita: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imagen conserva su proporción con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auto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un iframe no.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42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TÉCNICAS FLUIDAS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que se desplaza dentro de su caja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de una tabla no se pueden apilar. Si no cabe, se desplaza ella, no la página.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684316" cy="3474720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La tabla de herramientas desplazada en un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1538012" cy="33284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52996" y="2615184"/>
            <a:ext cx="9014164" cy="1234440"/>
          </a:xfrm>
          <a:prstGeom prst="roundRect">
            <a:avLst>
              <a:gd name="adj" fmla="val 740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81596" y="2779776"/>
            <a:ext cx="85569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class="tabla-scroll"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role="region"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aria-label="Tabla de herramientas" tabindex="0"&gt;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&lt;table&gt; … &lt;/table&gt;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52996" y="3977640"/>
            <a:ext cx="9014164" cy="1234440"/>
          </a:xfrm>
          <a:prstGeom prst="roundRect">
            <a:avLst>
              <a:gd name="adj" fmla="val 740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81596" y="4142232"/>
            <a:ext cx="85569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.tabla-scroll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overflow-x: auto;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.tabla-scroll table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min-width: 32rem;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por debajo, ilegible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52996" y="5349240"/>
            <a:ext cx="9014164" cy="731520"/>
          </a:xfrm>
          <a:prstGeom prst="roundRect">
            <a:avLst>
              <a:gd name="adj" fmla="val 125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63892" y="5349240"/>
            <a:ext cx="8392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tabindex="0": 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recibe el foco con Tab y se mueve con las flechas.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dicen al lector de pantalla qué es.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42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· 15 MINUTOS</a:t>
            </a:r>
            <a:endParaRPr lang="en-US" sz="2000" dirty="0"/>
          </a:p>
        </p:txBody>
      </p:sp>
      <p:pic>
        <p:nvPicPr>
          <p:cNvPr id="4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3218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hacemos la versión móvil en Figma y la llevamos al código. Después empieza el Taller TA2.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42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trumental: aplicación del conocimiento con ejercicios y demostr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42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hoy: la versión móvil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del manual. Cada clic está en la Guía de Figma de la sesión.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 la página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D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Renombra la copia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mi-portafolio-movil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fijo 390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ancho de un iPhone 13 o 14. Lo que tenga Ancho fijo se saldrá: lo corriges.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vertical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Encabezado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hero-section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about-content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projects-grid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contact-content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el contenedor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medía 480, 520 o 696, y los dos botones del Hero.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 16 y 48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secciones. Títulos de sección a 28; el título del Hero a 40.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al contenido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alto del marco, del pie y de las tarjetas. Después,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solo en la copia: antes de cambiar un valor, mira en Capas que la capa esté dentro de mi-portafolio-movil.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42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marco móvil a las media queries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 haces en el marco de 390 es una regla dentro de @media.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móvil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hero-section · Flujo vertical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.hero-section { flex-direction: column;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37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hero-actions · Flujo vertical; botones en Llenar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375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3756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flex-direction: column; align-items: stretch;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8404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about-graphic, contact-list · Llenar el contenedor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84048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8404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flex-basis: auto;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343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projects-grid · Flujo vertical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3434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34340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auto-fit: una columna sin media query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48463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del Hero · 40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48463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484632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clamp(2.5rem, 1.5rem + 4vw, 4rem)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349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· Espaciado 16 y 48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3492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3492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{ padding: 3rem 1rem; }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85216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" y="58521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project-image · H 125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58521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585216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aspect-ratio: 628 / 220;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42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el Hero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index.css: el título con clamp() y el bloque 6. Paso 3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992px)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.hero-section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column;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60px 24px;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text-align: center;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.hero-actions { justify-content: center;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.hero-right { width: 100%;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.code-body { text-align: left; overflow-x: auto;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.hero-section { padding: 48px 16px;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.hero-actions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column;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align-items: stretch;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.code-body { padding: 16px; font-size: 12px;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1709668" cy="3529584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El Hero en un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2688336"/>
            <a:ext cx="1563364" cy="3383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24868" y="2697480"/>
            <a:ext cx="25422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clamp()</a:t>
            </a:r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.hero-title</a:t>
            </a:r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borra su regla de 600.</a:t>
            </a:r>
            <a:endParaRPr lang="en-US" sz="11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Tablet: las columnas se apilan y se centran.</a:t>
            </a:r>
            <a:endParaRPr lang="en-US" sz="11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Celular: botones a todo el ancho.</a:t>
            </a:r>
            <a:endParaRPr lang="en-US" sz="11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código, a 12 px: cabe sin desplazarse.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42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Proyectos, video y tabla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contenido.css. Pasos 4 y 5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.projects-grid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repeat(auto-fit, minmax(min(100%, 360px), 1fr));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24px;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.project-image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auto;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aspect-ratio: 628 / 220;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iframe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 max-width: 560px;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auto; aspect-ratio: 16 / 9;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.tabla-scroll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overflow-x: auto;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.tabla-scroll table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min-width: 32rem;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Rejilla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42248" y="261518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en .projects-grid.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321411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.projects-grid del bloque 14.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42248" y="38130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 en vez de 220.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842248" y="441198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iframe en 16:9.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842248" y="501091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div .tabla-scroll en el HTML.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842248" y="560984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390 no hay barra horizontal.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42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tú: las páginas interiores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20 minutos. Pasos 6 y 7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fluidos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h2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clamp(1.75rem, 1.25rem + 2vw, 2.25rem)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14: Sobre mí y Contacto en columna; la multimedia y el formulario 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media query de 600: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3rem 1rem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celular, los botones uno debajo del otro.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quiebre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992 y 600 en un comentario de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y publica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páginas a 390, 820 y 1440. Valida y sube a Netlify.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termines ahora entra en el Taller TA2: aplica lo mismo a tu sitio.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Compruébalo en el celular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dispositivo a 390 px. Ninguna página debe desplazarse hacia los lados.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599810" cy="3291840"/>
          </a:xfrm>
          <a:prstGeom prst="roundRect">
            <a:avLst>
              <a:gd name="adj" fmla="val 571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Ini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60904"/>
            <a:ext cx="1508370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61888"/>
            <a:ext cx="1782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14210" y="2615184"/>
            <a:ext cx="1599810" cy="3291840"/>
          </a:xfrm>
          <a:prstGeom prst="roundRect">
            <a:avLst>
              <a:gd name="adj" fmla="val 571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9" name="Image 1" descr="Sobre mí: el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30" y="2660904"/>
            <a:ext cx="1508370" cy="3200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22770" y="5961888"/>
            <a:ext cx="1782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mí: el video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88340" y="2615184"/>
            <a:ext cx="1599810" cy="3291840"/>
          </a:xfrm>
          <a:prstGeom prst="roundRect">
            <a:avLst>
              <a:gd name="adj" fmla="val 571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2" name="Image 2" descr="Proyect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060" y="2660904"/>
            <a:ext cx="1508370" cy="3200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96900" y="5961888"/>
            <a:ext cx="1782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262470" y="2615184"/>
            <a:ext cx="1599810" cy="3291840"/>
          </a:xfrm>
          <a:prstGeom prst="roundRect">
            <a:avLst>
              <a:gd name="adj" fmla="val 571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5" name="Image 3" descr="Contac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190" y="2660904"/>
            <a:ext cx="1508370" cy="32004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171030" y="5961888"/>
            <a:ext cx="1782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136600" y="2615184"/>
            <a:ext cx="3430560" cy="3291840"/>
          </a:xfrm>
          <a:prstGeom prst="roundRect">
            <a:avLst>
              <a:gd name="adj" fmla="val 277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337768" y="2743200"/>
            <a:ext cx="302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sobresale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337768" y="3127248"/>
            <a:ext cx="30282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ancho fijo en px sin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100%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de código o una URL larga.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sin su caja con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overflow-x: auto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DevTools, busca el elemento que pasa del borde derecho.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42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velador: nivel de comprensión del estudi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42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mentalmente cada punto. Si dudas en alguno, pregunta ahora.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88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615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para qué sirve la etiqueta viewport y dónde va.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45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072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Pruebo mi página en el modo dispositivo de DevTools a 390, 820 y 1440.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2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529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Escribo una media query con max-width y la pongo al final de la hoja.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99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9867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escritorio primero (max-width) de celular primero (min-width).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171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4439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leer clamp(mínimo, preferido, máximo).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74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4901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hacer una rejilla que cambie de columnas sin media query.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58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431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5358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por qué un iframe necesita aspect-ratio y una tabla, overflow-x.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15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888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5815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claro qué se evalúa en el Taller TA2.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42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consultas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quedó menos clara?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cambia?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la media query y no pasa nada.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ancho?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puntos de quiebre correctos?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¿Barra lateral?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celular la página se mueve a los lados.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4856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entrego?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debo subir para el TA2?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10927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5010912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media query no funciona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376672"/>
            <a:ext cx="10305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este orden: la etiqueta viewport, que la media query esté al final de la hoja, que todas sus llaves cierren y que el selector de dentro sea el mismo de fuera. En DevTools, la regla aparece tachada cuando otra le gana.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42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ncional: aplicar lo apren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42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ONLINE · TA2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TA2: CSS3 y diseño responsivo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evaluada: vale el 15 % de tu nota final del curso. Jueves 22/10/2026 · 4 horas.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743200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27248"/>
            <a:ext cx="47274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CSS3 a tu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del TA1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 a tu portafolio) para que reproduzca tu Figma en escritorio y en celular.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marco de escritorio y marco móvil de 390, con un componente con variante Hover y su prototipo.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externo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assets/css/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variables en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sin estilos en línea.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Grid: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menos un contenedor de cada uno.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Responsivo: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viewport, media queries para tablet y celular y una medida fluida.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Movimiento: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un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prefers-reduced-motion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entrega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3255264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218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al Aula Virtual la URL de Netlify y el enlace de Figma con los dos marcos.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396849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y CSS validados en el W3C sin errores.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4681728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645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390 px ninguna página se desplaza hacia los lados.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5394960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358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individual dentro del plazo que confirme el docente.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42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ONLINE · TA2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 evaluación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criterios. Es la misma rúbrica del documento del taller.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6791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en Figma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6151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y móvil de 390; componente con variante Hover y prototipo.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0" y="261518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45536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20954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1455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externas, variables en :root, clases legibles, sin estilos en línea.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314553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7588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7398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739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675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Grid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6758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Reproducen el Flujo, el Espacio, el Espaciado y la alineación del diseño.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0" y="36758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27024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4206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viewport, media queries, medidas fluidas y sin barra horizontal a 390 px.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42062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736592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8006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4800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4736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y animaciones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434840" y="47365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 con transition, transform, @keyframes y movimiento reducido.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424160" y="47365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5266944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53309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266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despliegue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434840" y="52669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y CSS sin errores en el W3C; sitio funcional en Netlify.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526694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89788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 esta rúbrica equivale al 15 % de tu nota final del curso.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42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entador: conclusión del 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42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65176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la etiqueta viewport, el celular muestra la página en miniatura.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" y="31363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9067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media query aplica reglas solo si se cumple una condición, como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600px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57530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2958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media queries van al final: ganan por orden, no por especificidad.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401421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68496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primero usa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celular primero,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4531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07408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clamp()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hace crecer una medida entre un mínimo y un máximo.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84632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repeat(auto-fit, minmax(…))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 las columnas sin media query.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" y="53309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28523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aspect-ratio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conserva la proporción de imágenes e iframes.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" y="57698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5769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72414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del marco móvil de Figma es una regla dentro de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42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ya se adapta a cualquier pantalla. Lo que viene.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Transiciones, transform y @keyframes.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3924" y="3776472"/>
            <a:ext cx="237744" cy="23774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72384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y el Taller TA2.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93208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84648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su sistema de grillas.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utilidades.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67544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34856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34856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integrador.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40096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" y="5340096"/>
            <a:ext cx="10305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confirmar en el Aula Virtual la fecha límite del Taller TA2. En la sesión 13 llega Bootstrap: una grilla responsiva escrita con celular primero.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81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Centro de Informática USS · Protech 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12 · Diseño web responsivo y Taller TA2</dc:title>
  <dc:subject>Curso de Diseño Web</dc:subject>
  <dc:creator>Ing. Dagner Anibal Chuman Lluen</dc:creator>
  <cp:lastModifiedBy>Ing. Dagner Anibal Chuman Lluen</cp:lastModifiedBy>
  <cp:revision>1</cp:revision>
  <dcterms:created xsi:type="dcterms:W3CDTF">2026-10-09T05:20:20Z</dcterms:created>
  <dcterms:modified xsi:type="dcterms:W3CDTF">2026-10-09T05:20:20Z</dcterms:modified>
</cp:coreProperties>
</file>