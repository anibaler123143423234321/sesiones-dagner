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reajuste en dos minutos. Insistir en que el Hero no se pierde: se hace el jueves con Flexbox.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jp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jp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jp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jp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jp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jp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3736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27248" y="3639312"/>
            <a:ext cx="5943600" cy="84124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127248" y="363931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A LOS COMPAÑEROS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700016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09 · comenzamos en unos minutos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120640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carpeta mi-portafolio en Visual Studio Code y tu archivo de Figma. Hoy tu portafolio recibe sus primeros estilos.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18304" y="5861304"/>
            <a:ext cx="2761488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18304" y="5861304"/>
            <a:ext cx="2761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55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48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3230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CSS3: selectores y propiedades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566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611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· selectores · cascada · unidades · color · tipografía · fondos y bordes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097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84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66760" y="22860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450592"/>
            <a:ext cx="28346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#0B0F19;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2.25rem;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border-bottom: 1px solid;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55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Cómo te sientes hoy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55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Qué es CINFO? Conceptual, Instrumental, Nivelador, Funcional y Orient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55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ocimientos previos y definiciones cl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55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08 fue feriado: así nos ponemos al día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pierde. Lo que tocaba el jueves 8 de octubre se reparte entre hoy y el jueves 15.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33472" cy="2331720"/>
          </a:xfrm>
          <a:prstGeom prst="roundRect">
            <a:avLst>
              <a:gd name="adj" fmla="val 392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788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08 · JUE 08/10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723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9584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clase.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temas pasan a la 09 y la 10.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2651760"/>
            <a:ext cx="263347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77E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2788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09 · HOY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30723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y propiedades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3529584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Sintaxis, selectores y cascada (de la 08).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tipografía, fondos y bordes.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Pasos 10 y 11.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2651760"/>
            <a:ext cx="263347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4224" y="2788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JUE 15/10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30723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3529584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caja, Flexbox y Grid.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 Section (tarea de la 08).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Pasos 12 al 14.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51976" y="2651760"/>
            <a:ext cx="263347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34856" y="2788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MAR 20/10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34856" y="30723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34856" y="3529584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cambios: transiciones y transformaciones.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193792"/>
            <a:ext cx="10927080" cy="749808"/>
          </a:xfrm>
          <a:prstGeom prst="roundRect">
            <a:avLst>
              <a:gd name="adj" fmla="val 12195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5193792"/>
            <a:ext cx="10305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Hero pasa al jueves: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con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es el tema de la sesión 10. Así lo escribes entendiendo cada línea, no de memoria.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55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venimos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tiene toda su estructura y su contenido. Le falta el aspecto que diseñaste en Figma.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páginas HTML con estructura semántica.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contacto, video, audio y controles propios.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Figma, la cabecera y el Hero diseñados (Pasos 1 al 9).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sumas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reglas CSS y conectarlas con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selector y la unidad adecuados.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color, letra, fondos y bordes a cada página.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927080" cy="1298448"/>
          </a:xfrm>
          <a:prstGeom prst="roundRect">
            <a:avLst>
              <a:gd name="adj" fmla="val 704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736592"/>
            <a:ext cx="10305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distinta a esta sesión 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hoy tu HTML decía qué es cada cosa. Desde hoy el CSS dice cómo se ve. Van en archivos distintos por una razón: puedes cambiar todo el aspecto del sitio sin tocar una sola etiqueta.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55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 APRENDIZAJE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lograr hoy?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15184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670048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1518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61518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Enlazar hojas de estilo externas en el orden correcto.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374136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33741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319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319272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a la etiqueta exacta con selectores de tipo, clase, atributo y combinadores.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078224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078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23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02336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regla gana por cascada, especificidad y herencia.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27448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782312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7274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estilo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72744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color, tipografía, fondos y bordes con las unidades adecuadas.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" y="5486400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408" y="5486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4315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43153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una medida en Figma y escribirla como declaración CSS.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55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reparten las 4 horas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7860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1518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5786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CSS y cómo se conecta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57860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aplicar estilos y un archivo por función.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9556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4952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08610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0861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0495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y selectores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04952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declaraciones y cómo apuntar a cada etiqueta.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0" y="30495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57016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3520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Cascada, herencia y variables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5204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regla gana y qué pasa de padres a hijos.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520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91356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027932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027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64208" y="39913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Unidades, color y tipografía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9913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px, rem, em, %, colores y propiedades de texto.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0" y="39913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462272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498848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664208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y bordes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46227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border, border-radius, sombras y tablas.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195560" y="44622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93318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" y="4969764"/>
            <a:ext cx="347472" cy="347472"/>
          </a:xfrm>
          <a:prstGeom prst="ellipse">
            <a:avLst/>
          </a:prstGeom>
          <a:solidFill>
            <a:srgbClr val="5F676C"/>
          </a:solidFill>
          <a:ln w="12700">
            <a:solidFill>
              <a:srgbClr val="5F676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" y="4969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664208" y="49331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195560" y="49331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40410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544068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664208" y="54041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Pasos 10 y 11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349240" y="54041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mí, Proyectos y el diccionario de Figma a CSS.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195560" y="5404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5875020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" y="5911596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60120" y="59115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664208" y="58750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diseño al código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349240" y="587502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global.css, header.css y contenido.css en tu portafolio.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0195560" y="58750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55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CSS y cómo se conecta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y presentación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aplicar 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etiqueta link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por función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ES CSS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HTML, con y sin 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dice qué es cada cosa. CSS dice cómo se 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3099816"/>
          </a:xfrm>
          <a:prstGeom prst="roundRect">
            <a:avLst>
              <a:gd name="adj" fmla="val 295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Sobre mí sin CSS: solo la estru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5202936" cy="29535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7972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CSS: solo la estructura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2615184"/>
            <a:ext cx="5349240" cy="3099816"/>
          </a:xfrm>
          <a:prstGeom prst="roundRect">
            <a:avLst>
              <a:gd name="adj" fmla="val 2950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pic>
        <p:nvPicPr>
          <p:cNvPr id="9" name="Image 1" descr="Sobre mí con los estilos de esta ses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688336"/>
            <a:ext cx="5202936" cy="29535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17920" y="57972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CSS: los colores y la letra de Figma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ES CSS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aplicar 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funcionan. Solo una se mantiene bien cuando el sitio crece.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7614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163824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332841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 red"&gt;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Hola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187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atributo style de cada etiqueta. Mezcla contenido y presentación, y no se reutiliza.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97433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Evítala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615184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9432" y="27614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3163824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32841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{ color: red;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4187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etiqueta style dentro del head. Solo sirve para esa página.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497433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para pruebas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2615184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02752" y="27614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3163824"/>
            <a:ext cx="3063240" cy="9144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3328416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href="assets/css/global.css" /&gt;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4187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archivo .css aparte. Un mismo archivo da estilo a todas las páginas.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497433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usamos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559552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0976" y="5559552"/>
            <a:ext cx="10305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 del curso: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estilos van en archivos .css organizados por función. Nada de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style="…"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 las etiquetas.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ES CSS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&lt;link&gt;: conectar la hoja de estilos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dentro del &lt;head&gt;, una línea por cada archivo.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400800" cy="2514600"/>
          </a:xfrm>
          <a:prstGeom prst="roundRect">
            <a:avLst>
              <a:gd name="adj" fmla="val 363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94360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&lt;!-- 1. Tokens y Reset Global --&gt;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rel="stylesheet" href="assets/css/global.css" /&gt;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&lt;!-- 2. Componentes comunes (Header / Footer) --&gt;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rel="stylesheet" href="assets/css/header.css" /&gt;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&lt;!-- 3. Base de las páginas interiores --&gt;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rel="stylesheet" href="assets/css/contenido.css" /&gt;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223760" y="2615184"/>
            <a:ext cx="4343400" cy="740664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2615184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rel="stylesheet"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098280" y="2615184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que el archivo enlazado es una hoja de estilos.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3502152"/>
            <a:ext cx="4343400" cy="740664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3502152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3502152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del archivo: relativa, como las de tus imágenes.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4389120"/>
            <a:ext cx="4343400" cy="740664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4389120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4389120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general a lo particular. La razón está en la cascada.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358384"/>
            <a:ext cx="10927080" cy="676656"/>
          </a:xfrm>
          <a:prstGeom prst="roundRect">
            <a:avLst>
              <a:gd name="adj" fmla="val 1351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5358384"/>
            <a:ext cx="10305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aplica ningún estilo: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siempre es la ruta del href. Compruébala en DevTools › Network: el archivo .css debe responder 200, no 404.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ES CSS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por función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página carga solo lo que necesita.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310896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mi-portafolio-dagner/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assets/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header.css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contenido.css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img/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js/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media/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sobre-mi.html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mis-proyectos.html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contactame.html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2615184"/>
            <a:ext cx="7178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6151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6151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fuentes, reset y estilos base.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6151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Todas las páginas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3255264"/>
            <a:ext cx="7178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32552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header.css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2552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y pie de página.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32552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Todas las páginas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3895344"/>
            <a:ext cx="7178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38953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contenido.css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8953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las páginas interiores.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8953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Sobre mí, Proyectos y Contacto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4535424"/>
            <a:ext cx="7178040" cy="548640"/>
          </a:xfrm>
          <a:prstGeom prst="roundRect">
            <a:avLst>
              <a:gd name="adj" fmla="val 16667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7720" y="45354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index.css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53542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 Section de la portada.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45354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Llega en la sesión 10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5230368"/>
            <a:ext cx="7178040" cy="676656"/>
          </a:xfrm>
          <a:prstGeom prst="roundRect">
            <a:avLst>
              <a:gd name="adj" fmla="val 1351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0016" y="5230368"/>
            <a:ext cx="6556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Figma, 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archivo sale de unas capas: header.css de Encabezado y footer-wrapper; contenido.css de las secciones Sobre mí, Proyectos y Contacto.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y selectores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una regla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básicos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o 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y combinadores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SINTAXIS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una regla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selector y, entre llaves, una lista de declaraciones.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4681728" cy="1783080"/>
          </a:xfrm>
          <a:prstGeom prst="roundRect">
            <a:avLst>
              <a:gd name="adj" fmla="val 512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422452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80px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#FFFFFF;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4681728" cy="603504"/>
          </a:xfrm>
          <a:prstGeom prst="roundRect">
            <a:avLst>
              <a:gd name="adj" fmla="val 1515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69087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Así se escribe un comentario en CSS */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2615184"/>
            <a:ext cx="59893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26151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61518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a qué etiquetas se aplica la regla.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0" y="3255264"/>
            <a:ext cx="59893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325526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25526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 la característica que cambias.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77840" y="3895344"/>
            <a:ext cx="59893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06440" y="389534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89534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80px: cuánto o cómo. Va después de los dos puntos.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77840" y="4535424"/>
            <a:ext cx="59893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453542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53542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y valor juntos, cerrados con punto y coma.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358384"/>
            <a:ext cx="109270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5358384"/>
            <a:ext cx="10305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frecuente: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un punto y coma. La declaración siguiente deja de funcionar y el navegador no avisa.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SINTAXIS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básicos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formas de decir a quién se aplica la regla.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615184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Universal: todas las etiquetas.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59168" y="261518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24928" y="2615184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 margin: 0; 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64408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2644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264408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tipo: todas las etiquetas con ese nombre.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326440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24928" y="3264408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{ line-height: 1.2; 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136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913632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clase: las que tengan class="btn".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3913632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24928" y="3913632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{ font-weight: 600; }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62856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56285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#tiempo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4562856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id: la única con id="tiempo".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456285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24928" y="4562856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#tiempo { font-size: 14px; }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212080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212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h1, h2, h3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468880" y="5212080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Agrupado: varias a la vez, separadas por coma.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52120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24928" y="5212080"/>
            <a:ext cx="3776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h1, h2, h3 { color: #0B0F19; }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SINTAXIS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o id: cuál usar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se escriben en el HTML. Cambia cuántas veces pueden aparecer.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en todas las etiquetas que quieras.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etiqueta puede llevar varias, separadas por espacio.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CSS se escribe con punto: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.foto-perfil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único: una sola etiqueta por página.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usan los enlaces internos, las etiquetas label y JavaScript.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CSS se escribe con numeral: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#tiempo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10927080" cy="749808"/>
          </a:xfrm>
          <a:prstGeom prst="roundRect">
            <a:avLst>
              <a:gd name="adj" fmla="val 1219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736592"/>
            <a:ext cx="10469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="foto-perfil" src="assets/img/images-perfil.png" alt="Foto de Dagner Chuman" /&gt;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57784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dar estilo, usa clases. Los id que creaste en la sesión 07 siguen siendo para el script del video.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SINTAXIS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y combinadores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cabecera tiene dos enlaces a Contacto. ¿Cómo le damos estilo solo al botón?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1920240"/>
          </a:xfrm>
          <a:prstGeom prst="roundRect">
            <a:avLst>
              <a:gd name="adj" fmla="val 476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&lt;h1&gt;&lt;a href="index.html"&gt;Dagner Chuman&lt;/a&gt;&lt;/h1&gt;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 aria-label="Navegacion principal"&gt;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&lt;li&gt;&lt;a href="contactame.html"&gt;Contacto&lt;/a&gt;&lt;/li&gt;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href="contactame.html"&gt;Contacto&lt;/a&gt;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33488" y="26517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h1 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33488" y="28712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Descendiente (espacio): el enlace que está dentro del h1 de la cabecera, a cualquier profundidad.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0" y="3273552"/>
            <a:ext cx="443484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33488" y="33101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&gt;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33488" y="35295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Hijo directo (&gt;): solo el enlace que cuelga de header. El del menú queda fuera.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0" y="3931920"/>
            <a:ext cx="443484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33488" y="39684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a[href="contactame.html"]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33488" y="4187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atributo: los enlaces con ese valor exacto en href.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736592"/>
            <a:ext cx="10927080" cy="603504"/>
          </a:xfrm>
          <a:prstGeom prst="roundRect">
            <a:avLst>
              <a:gd name="adj" fmla="val 1515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90118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&gt; a[href="contactame.html"]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… }     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solo el botón de la derecha */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SINTAXIS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Pseudo-clases y pseudo-elementos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Seleccionan un estado o una parte de la etiqueta, no la etiqueta entera.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6151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el cursor está encima.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61518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61518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 { color: #0B0F19; 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64408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2644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:focus-visible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2644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navegas con la tecla Tab.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26440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26440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:focus-visible { outline: … 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13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:nth-child(even)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9136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hijos pares: una fila sí y otra no.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913632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136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tbody tr:nth-child(even)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62856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5628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5628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raíz del documento. Ahí viven tus variables.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56285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456285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 --radius-sm: 8px; }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212080"/>
            <a:ext cx="109270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212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::before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52120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Pseudo-elemento: contenido que añade el CSS.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52120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521208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*::before { margin: 0; }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89788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signo de dos puntos (:) indica un estado. Dos seguidos (::) indican una parte de la etiqueta.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Cascada, herencia y variables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dos reglas chocan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los archivos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CASCADA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dos reglas chocan, gana una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decide en este orden. Solo pasa al siguiente criterio si hay empate.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688336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151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61518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estilos ganan a los que el navegador trae por defecto.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09270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319272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246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2461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el selector más preciso: un id pesa más que una clase, y una clase más que una etiqueta.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77056"/>
            <a:ext cx="109270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950208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877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877056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lo anterior empata, gana la regla que aparece más abajo.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782312"/>
            <a:ext cx="10469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   { color: inherit; }                       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global.css */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a { color: var(--color-text-primary); }     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contenido.css: gana por especificidad */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CASCADA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Especificidad: el marcador de cada selector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casillas: id, clases y etiquetas. Se compara de izquierda a derecha.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315968" y="2596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992624" y="2596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596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852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935224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15968" y="2935224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92624" y="2935224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92624" y="2935224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2935224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2935224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852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etiqueta.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5968" y="3511296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15968" y="3511296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92624" y="3511296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92624" y="3511296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3511296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0" y="3511296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429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etiquetas.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005072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40050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.foto-perfil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15968" y="4087368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15968" y="4087368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92624" y="4087368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92624" y="4087368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4087368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0" y="4087368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40050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gana a cualquier cantidad de etiquetas.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581144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45811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tbody tr:nth-child(even)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15968" y="4663440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15968" y="4663440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992624" y="4663440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92624" y="4663440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69280" y="4663440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0" y="4663440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0" y="4581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pseudo-clases y los atributos cuentan como clases.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5157216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4400" y="51572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#tiempo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15968" y="5239512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315968" y="5239512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992624" y="5239512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92624" y="5239512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669280" y="5239512"/>
            <a:ext cx="621792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69280" y="5239512"/>
            <a:ext cx="621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2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0" y="515721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id gana a cualquier cantidad de clases.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0080" y="5760720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50976" y="5760720"/>
            <a:ext cx="10305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marcador: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style="…"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gana a todos los selectores y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!important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salta las reglas. Evita los dos.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CASCADA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global.css va primero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misma especificidad gana la regla que llega al final: en el mismo archivo o en uno enlazado más abajo.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154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816352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8163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3467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general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6210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reset y base de todo el sitio.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615184"/>
            <a:ext cx="731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26280" y="2615184"/>
            <a:ext cx="3154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816352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8163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header.css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82312" y="33467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común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782312" y="36210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y pie, iguales en cada página.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615184"/>
            <a:ext cx="731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412480" y="2615184"/>
            <a:ext cx="3154680" cy="1508760"/>
          </a:xfrm>
          <a:prstGeom prst="roundRect">
            <a:avLst>
              <a:gd name="adj" fmla="val 606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1080" y="2816352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8163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contenido.css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68512" y="33467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particular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668512" y="36210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solo tienen las páginas interiores.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370832"/>
            <a:ext cx="10927080" cy="987552"/>
          </a:xfrm>
          <a:prstGeom prst="roundRect">
            <a:avLst>
              <a:gd name="adj" fmla="val 92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535424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h2  { font-size: 2.25rem; } 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dos etiquetas: 0-0-2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aside h2 { font-size: 1.375rem; }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también 0-0-2, pero está más abajo en contenido.css: gana */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62356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solo decide cuando la especificidad empata. Lo general va primero para que lo particular pueda ajustarlo.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CASCADA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Herencia: lo que pasa de padres a hijos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propiedades bajan solas a las etiquetas que están dentro. Otras 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432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heredan: las de texto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· font-family · font-size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line-height · text-align · letter-spacing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7432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heredan: las de caja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 · padding · border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· width · height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041648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206240"/>
            <a:ext cx="4892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var(--color-text-secondary);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var(--font-body);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4041648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1605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excepciones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5262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enlaces, los botones, los campos y el código traen estilos propios del navegador, y una regla directa gana a lo heredado. Hay que pedírselo: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inherit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los enlaces,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font: inherit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botones y campos, y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CASCADA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CSS: los tokens de Figma en el código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declaran una vez en :root y, como se heredan, sirven en toda la página.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200400"/>
          </a:xfrm>
          <a:prstGeom prst="roundRect">
            <a:avLst>
              <a:gd name="adj" fmla="val 285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--color-primary: #06B6C4;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--color-text-primary: #0B0F19;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--font-heading: 'Outfit', sans-serif;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--radius-sm: 8px;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button[type="submit"]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var(--color-primary)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var(--radius-sm)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60920" y="261518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--nombre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261518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 con dos guiones delante.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0" y="323697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60920" y="323697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var(--nombre)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323697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en el valor de cualquier propiedad.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0" y="385876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38587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385876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raíz: todas las etiquetas heredan de ella.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0" y="4553712"/>
            <a:ext cx="4434840" cy="1261872"/>
          </a:xfrm>
          <a:prstGeom prst="roundRect">
            <a:avLst>
              <a:gd name="adj" fmla="val 724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46451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vale la pena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4983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cambia el color de la marca, editas una línea y se actualiza todo el sitio.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Unidades, color y tipografía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Fijas y relativas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y em en tu portafolio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escribir un color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propiedades de texto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Tipografía de Figma al CSS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55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UNIDADES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Unidades: fijas y relativas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relativa se calcula a partir de otra medida. Por eso se adapta.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615184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Píxel. Medida fija: no depende de nada.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2615184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615184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Bordes, radios y medidas de Figma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82112"/>
            <a:ext cx="10927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18211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182112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 la letra de la raíz: 16px por defecto.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182112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3182112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y espaciados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0927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74904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74904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 la letra de la propia etiqueta.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749040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3749040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letter-spacing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tamaño de 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15968"/>
            <a:ext cx="10927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31596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4315968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 la medida del contenedor.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315968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4315968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Anchos fluidos: 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100%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882896"/>
            <a:ext cx="10927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88289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 · vh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468880" y="4882896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al ancho o al alto de la ventana.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4882896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4882896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a pantalla completa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449824"/>
            <a:ext cx="109270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44982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unidad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5449824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multiplicador. Solo en algunas propiedades.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5449824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5449824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line-height: 1.6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55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UNIDADES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y em en tu portafolio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multiplican un tamaño de letra. Cambia cuál.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400800" cy="1737360"/>
          </a:xfrm>
          <a:prstGeom prst="roundRect">
            <a:avLst>
              <a:gd name="adj" fmla="val 526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9436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       { font-size: 16px;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h2     { font-size: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2.25rem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   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36px de Figma ÷ 16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aside h2    { font-size: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1.375rem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  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22px de Figma ÷ 16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       { padding: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6.25rem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1.5rem; }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100px y 24px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h2     { letter-spacing: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-0.01em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1 % de su letra */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223760" y="2615184"/>
            <a:ext cx="4343400" cy="822960"/>
          </a:xfrm>
          <a:prstGeom prst="roundRect">
            <a:avLst>
              <a:gd name="adj" fmla="val 1111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52360" y="2688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98094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siempre a la raíz. Vale lo mismo en toda la página.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3520440"/>
            <a:ext cx="4343400" cy="822960"/>
          </a:xfrm>
          <a:prstGeom prst="roundRect">
            <a:avLst>
              <a:gd name="adj" fmla="val 1111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38862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a su propia etiqueta. Si la letra crece, crece con ella.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10927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4681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 da píxeles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pasarlos a rem, divide entre 16: el título de cada sección mide 36 px en Figma, y 36 ÷ 16 = 2.25rem. En el portafolio usamos px en la cabecera y en el Hero, tal como vienen del diseño, y rem en las páginas interiores.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55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COLOR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Colores: los tokens de tu diseño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color se puede escribir de varias formas. Figma te lo entrega en hexadecimal.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#06B6C4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615184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Hexadecimal: rojo, verde y azul en pares, de 00 a FF.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0723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rgb(6, 182, 196)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072384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color en números del 0 al 255.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5295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rgba(6, 182, 196, 0.35)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529584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35 % de opacidad. Lo usa la sombra del botón azul.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9867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986784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clave: sin color.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1417320" cy="786384"/>
          </a:xfrm>
          <a:prstGeom prst="roundRect">
            <a:avLst>
              <a:gd name="adj" fmla="val 11628"/>
            </a:avLst>
          </a:prstGeom>
          <a:solidFill>
            <a:srgbClr val="06B6C4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5367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05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#06B6C4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24735" y="4526280"/>
            <a:ext cx="1417320" cy="786384"/>
          </a:xfrm>
          <a:prstGeom prst="roundRect">
            <a:avLst>
              <a:gd name="adj" fmla="val 11628"/>
            </a:avLst>
          </a:prstGeom>
          <a:solidFill>
            <a:srgbClr val="F9FAFB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79015" y="5367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--color-bg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224735" y="5605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#F9FAFB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09390" y="4526280"/>
            <a:ext cx="14173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63670" y="5367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--color-surface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809390" y="5605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94046" y="4526280"/>
            <a:ext cx="1417320" cy="786384"/>
          </a:xfrm>
          <a:prstGeom prst="roundRect">
            <a:avLst>
              <a:gd name="adj" fmla="val 11628"/>
            </a:avLst>
          </a:prstGeom>
          <a:solidFill>
            <a:srgbClr val="0B0F19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48326" y="5367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--color-text-primary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394046" y="5605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#0B0F19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78701" y="4526280"/>
            <a:ext cx="1417320" cy="786384"/>
          </a:xfrm>
          <a:prstGeom prst="roundRect">
            <a:avLst>
              <a:gd name="adj" fmla="val 11628"/>
            </a:avLst>
          </a:prstGeom>
          <a:solidFill>
            <a:srgbClr val="374151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32981" y="5367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--color-text-secondary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978701" y="5605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#374151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63356" y="4526280"/>
            <a:ext cx="1417320" cy="786384"/>
          </a:xfrm>
          <a:prstGeom prst="roundRect">
            <a:avLst>
              <a:gd name="adj" fmla="val 11628"/>
            </a:avLst>
          </a:prstGeom>
          <a:solidFill>
            <a:srgbClr val="9CA3A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17636" y="5367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--color-text-muted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563356" y="5605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#9CA3AF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148011" y="4526280"/>
            <a:ext cx="1417320" cy="786384"/>
          </a:xfrm>
          <a:prstGeom prst="roundRect">
            <a:avLst>
              <a:gd name="adj" fmla="val 11628"/>
            </a:avLst>
          </a:prstGeom>
          <a:solidFill>
            <a:srgbClr val="E5E7EB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02291" y="5367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--color-border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0148011" y="5605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#E5E7EB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55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TIPOGRAFÍA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propiedades de texto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se heredan: escríbelas en el padre y bajan a sus hijos.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2057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2615184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fuente, con una de respaldo.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2615184"/>
            <a:ext cx="320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261518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var(--font-heading)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108960"/>
            <a:ext cx="2057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108960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la letra.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3108960"/>
            <a:ext cx="320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310896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2.25rem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18px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602736"/>
            <a:ext cx="2057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font-weight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3602736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grosor: 400 Regular … 800 ExtraBold.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602736"/>
            <a:ext cx="320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360273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font-weight: 800;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96512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096512"/>
            <a:ext cx="2057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line-height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4096512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altura de cada línea.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096512"/>
            <a:ext cx="320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09651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160 % de Figma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590288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590288"/>
            <a:ext cx="2057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letter-spacing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971800" y="4590288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entre letras.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4590288"/>
            <a:ext cx="320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459028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0.06em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mayúsculas pequeñas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084064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084064"/>
            <a:ext cx="2057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text-transform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971800" y="5084064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Mayúsculas sin cambiar el HTML.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5084064"/>
            <a:ext cx="320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360920" y="508406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uppercase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tabla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577840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577840"/>
            <a:ext cx="2057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text-decoration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971800" y="5577840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Subrayado: color y separación propios.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5577840"/>
            <a:ext cx="320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360920" y="55778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text-underline-offset: 3px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55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TIPOGRAFÍA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escala tipográfica de tu portafolio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tamaños, dos fuentes. Todos salen de la sección Tipografía de Figma.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812280" cy="3419856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Escala tipográfica del portafolio: de 64 a 13 píxe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6665976" cy="3273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2615184"/>
            <a:ext cx="3886200" cy="3419856"/>
          </a:xfrm>
          <a:prstGeom prst="roundRect">
            <a:avLst>
              <a:gd name="adj" fmla="val 267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2743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Figma a CSS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127248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Outfit →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var(--font-heading)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Grosor ExtraBold →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font-weight: 800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36 →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font-size: 2.25rem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de línea 160 % →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line-height: 1.6</a:t>
            </a:r>
            <a:endParaRPr lang="en-US" sz="11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del texto 374151 →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55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y bordes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Fondos: color, imagen y degradado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y sus lados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de esquina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Sombras y contorno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con bordes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55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FONDOS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color, imagen y degradado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Relleno de un marco en Figma es el background de una caja en CSS.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4846320" cy="3246120"/>
          </a:xfrm>
          <a:prstGeom prst="roundRect">
            <a:avLst>
              <a:gd name="adj" fmla="val 281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4389120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.tarjeta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var(--color-surface);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.portada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background-image: url("assets/img/poster.jpg");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background-size: cover;    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cubre la caja */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background-position: center;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background-repeat: no-repeat;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.banda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background-image: linear-gradient(#06B6C4, #0B0F19);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2615184"/>
            <a:ext cx="589788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Tres fondos: color plano, degradado e imag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688336"/>
            <a:ext cx="5751576" cy="22494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0" y="5166360"/>
            <a:ext cx="5897880" cy="685800"/>
          </a:xfrm>
          <a:prstGeom prst="roundRect">
            <a:avLst>
              <a:gd name="adj" fmla="val 13333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0176" y="5166360"/>
            <a:ext cx="5276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diseño usa fondos planos: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#F9FAFB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página y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cabecera, tarjetas y tabla. Los degradados y las imágenes de fondo quedan como reto en DevTools.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55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BORDES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y border-radius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Trazo y el Radio de esquina de Figma. Un borde tiene grosor, estilo y color.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4206240" cy="2651760"/>
          </a:xfrm>
          <a:prstGeom prst="roundRect">
            <a:avLst>
              <a:gd name="adj" fmla="val 344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374904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grosor  estilo  color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1px solid var(--color-border);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un solo lado: Trazo inferior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border-bottom: 1px solid #E5E7EB;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8px;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botones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12px;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tarjetas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50%;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círculo */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0" y="2615184"/>
            <a:ext cx="65379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Estilos de borde y radios de esqui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2688336"/>
            <a:ext cx="6391656" cy="2505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5468112"/>
            <a:ext cx="10927080" cy="603504"/>
          </a:xfrm>
          <a:prstGeom prst="roundRect">
            <a:avLst>
              <a:gd name="adj" fmla="val 1515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50976" y="5468112"/>
            <a:ext cx="10305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50%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redondea cada esquina la mitad del lado: una caja cuadrada se vuelve círculo. Así queda tu foto de perfil con la clase </a:t>
            </a:r>
            <a:pPr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.foto-perfil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BORDES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Sombras y contorno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líneas que no cambian el tamaño de la caja.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6151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Sombra: desplazamiento x e y, desenfoque y color.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261518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61518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10px 25px rgba(0,0,0,.05)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91256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1912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1912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 por fuera de la caja; no la agranda.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19125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319125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2px solid var(--color-primary)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67328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7673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outline-offset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7673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el contorno del borde.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76732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37673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outline-offset: 2px;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66751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21" name="Image 0" descr="Sombra, sombra con el color de la marca y contorno de fo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507992"/>
            <a:ext cx="6528816" cy="148132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498080" y="4434840"/>
            <a:ext cx="4069080" cy="1627632"/>
          </a:xfrm>
          <a:prstGeom prst="roundRect">
            <a:avLst>
              <a:gd name="adj" fmla="val 561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26680" y="4544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726680" y="487375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navega con el teclado necesita ver dónde está.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:focus-visible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dibuja el contorno solo al usar la tecla Tab.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55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BORDES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pendiente de la sesión 05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de datos con bordes, fondos y tipografía.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4572000" cy="3429000"/>
          </a:xfrm>
          <a:prstGeom prst="roundRect">
            <a:avLst>
              <a:gd name="adj" fmla="val 2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411480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border-collapse: collapse;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var(--color-border);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th, td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0.75rem 1rem;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border-bottom: 1px solid var(--color-border);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thead th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#F3F4F6;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text-transform: uppercase;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letter-spacing: 0.06em;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tbody tr:nth-child(even)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var(--color-bg);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94960" y="2615184"/>
            <a:ext cx="6172200" cy="2670048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Tabla de herramientas del portafol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2688336"/>
            <a:ext cx="6025896" cy="2523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94960" y="5440680"/>
            <a:ext cx="6172200" cy="603504"/>
          </a:xfrm>
          <a:prstGeom prst="roundRect">
            <a:avLst>
              <a:gd name="adj" fmla="val 1515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05856" y="5440680"/>
            <a:ext cx="5550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border-collapse: collapse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los bordes de celdas vecinas. Sin ella aparecen líneas dobles.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55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27248" y="2651760"/>
            <a:ext cx="5943600" cy="960120"/>
          </a:xfrm>
          <a:prstGeom prst="roundRect">
            <a:avLst>
              <a:gd name="adj" fmla="val 49524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27248" y="2651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· 15 MINUTOS</a:t>
            </a:r>
            <a:endParaRPr lang="en-US" sz="2000" dirty="0"/>
          </a:p>
        </p:txBody>
      </p:sp>
      <p:pic>
        <p:nvPicPr>
          <p:cNvPr id="4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977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532180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volver abrimos Figma para los Pasos 10 y 11, y después escribimos el CSS. Ten abiertos tu carpeta y tu archivo de Figma.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55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strumental: aplicación del conocimiento con ejercicios y demostr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55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 hoy: Sobre mí y Proyectos (Pasos 10 y 11)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está en la Guía de Figma de la sesión. Los Pasos 12 al 14 van el jueves.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secciones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vertical, W Llenar el contenedor, Espaciado 80 y 100, Espacio 48 y Relleno FFFFFF.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10 · Sobre mí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Outfit ExtraBold 36 y, debajo, about-content con Espacio 64.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about-text y gráfico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en Llenar el contenedor; about-graphic de 480 × 264 con cuatro tag-block.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11 · Proyectos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projects-section con los mismos valores que Sobre mí y su título.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project-card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fija 475, Radio 12, Recortar contenido. Rectángulo de 220 y texto con Espaciado 24.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projects-grid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horizontal, Espacio 24 y dos tarjetas de 628 de ancho.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termines en clase queda como tarea.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55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Diccionario: de Figma a 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usas las filas de color, letra y bordes. La Disposición automática llega el jueves.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6151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de un marco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6151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61518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16382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1638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de un texto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16382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16382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7124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Trazo: color y Peso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71246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71246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6110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2611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Trazo en un lado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42611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426110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border-bottom · border-top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0974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48097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de esquina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4809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480974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35838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53583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926080" y="53583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535838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61518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19088" y="26151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503920" y="26151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261518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16382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19088" y="31638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Grosor de letra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316382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869680" y="316382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font-weight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71246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19088" y="37124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371246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869680" y="371246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426110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19088" y="42611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de la línea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503920" y="42611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869680" y="426110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line-height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480974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19088" y="48097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8503920" y="4809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869680" y="480974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 hoy · gap el jueves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17920" y="5358384"/>
            <a:ext cx="5349240" cy="475488"/>
          </a:xfrm>
          <a:prstGeom prst="roundRect">
            <a:avLst>
              <a:gd name="adj" fmla="val 192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19088" y="53583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automática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8503920" y="53583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869680" y="535838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 (sesión 10)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598932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CSS no coincide con tu Figma, manda Figma.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55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cabecera: del panel al código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 capa Encabezado (Paso 2 del manual) y lee el panel derecho de arriba abajo.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header.css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Altura fija 80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346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346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80px;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8328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FFFFFF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38328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38328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background-color: var(--color-surface);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93192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Trazo inferior E5E7EB, grosor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93192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93192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border-bottom: 1px solid var(--color-border);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48056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Dagner Chuman: Outfit Bold 18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48056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48056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font-size: 18px;   font-weight: 700;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502920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Menú: Geist Medium 14, 9CA3AF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02920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02920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var(--color-text-muted);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55778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 0 · 80 · 0 · 80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5778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55778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0 80px;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55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tarjetas: del panel al código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about-graphic o project-card. Son las tarjetas de tus páginas interiores.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contenido.css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FFFFFF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346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346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background-color: var(--color-surface);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8328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Trazo E5E7EB, Peso 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38328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38328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1px solid var(--color-border);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93192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de esquina 12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93192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93192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var(--radius-md);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48056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 24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48056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48056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1.5rem;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502920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Título: Outfit Bold 24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02920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02920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font-size: 1.5rem;   font-weight: 700;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55778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Descripción: Geist Regular 16, 374151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5778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55778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var(--color-text-secondary);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55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global.css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Escríbelo conmigo, línea por línea. No lo copies y pegues.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@import url('https://fonts.googleapis.com/…');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--color-bg: #F9FAFB;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…el resto de los tokens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*, *::before, *::after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var(--color-bg);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var(--font-body);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750808" y="261518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assets/css y, dentro, global.css.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750808" y="321411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@import siempre en la primera línea.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38130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:root con las variables de Figma.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50808" y="441198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márgenes ni rellenos por defecto.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50808" y="50109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títulos, enlaces, listas y código.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750808" y="560984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en el head y comprueba el fondo.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55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header.css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regla usa un selector distinto de los que acabas de aprender.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80px;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var(--color-surface);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border-bottom: 1px solid var(--color-border);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          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anticipo de la sesión 10 */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 80px;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sticky;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h1 a { …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nav[aria-label="Navegacion principal"] a { …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nav[aria-label="Navegacion principal"] a:hover { …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&gt; a[href="contactame.html"] { …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 nav ul { …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750808" y="261518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alto, fondo y borde inferior.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750808" y="321411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h1 a: descendiente.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38130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nav[aria-label]: de atributo.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50808" y="441198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a:hover: pseudo-clase.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50808" y="50109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&gt; a: hijo directo.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750808" y="560984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y footer nav ul.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tú: contenido.css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30 minutos. Sigue el Paso 4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global.css, header.css y contenido.css, en ese orden, en las tres páginas interiores.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lectura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 max-width: 800px, margin: 0 auto y padding: 6.25rem 1.5rem.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y enlaces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h2 a 2.25rem y 800. Los enlaces del contenido, subrayados con el azul de Figma.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aside, article y fieldset: fondo blanco, borde E5E7EB y radio 12. Foto de perfil redonda.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y campos con font: inherit. El botón de envío, azul, con button[type="submit"].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(tarea)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herramientas en mis-proyectos.html: border-collapse y filas alternas.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terminas antes: prueba el reto de fondos de la guía, solo en DevTools.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55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la cascada en DevTools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sobre un enlace del contenido › Inspeccionar › pestaña Styles.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760720" cy="2926080"/>
          </a:xfrm>
          <a:prstGeom prst="roundRect">
            <a:avLst>
              <a:gd name="adj" fmla="val 312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3035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a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                      contenido.css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var(--color-text-primary);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underline;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                           global.css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none;     ← tachada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inherit;            ← tachada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Inherited from body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var(--font-body);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0" y="2615184"/>
            <a:ext cx="4983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12280" y="261518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Arriba, la que gana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26151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salen ordenadas de mayor a menor prioridad.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0" y="3364992"/>
            <a:ext cx="4983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336499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Tachado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3649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declaración vencida por otra más específica o posterior.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0" y="4114800"/>
            <a:ext cx="4983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41148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from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1148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etiqueta recibió por herencia.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4864608"/>
            <a:ext cx="4983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486460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8646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finales: 2.25rem aparece como 36px.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0644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no modifica tus archivos: al recargar la página todo vuelve a su estado.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55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velador: nivel de comprensión del estudi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55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mentalmente cada punto. Si dudas en alguno, pregunta ahora.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88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615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enlazar una hoja de estilos externa y en qué orden van.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45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072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Distingo selector, propiedad, valor y declaración.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02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529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leer un selector con espacio, con &gt; y con [atributo].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599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39867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predecir qué regla gana contando su especificidad.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171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44439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qué propiedades se heredan y cuáles no.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01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974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4901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cuándo usar px, rem, em y %.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58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431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71600" y="5358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escribir un color en hexadecimal y en rgba.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15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5888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5815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pasar el Trazo, el Radio y la Tipografía de Figma a CSS.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55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consultas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quedó menos clara?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¿Clase o id?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crear una clase nueva?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¿px o rem?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uso para el tamaño de un título?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se aplica?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la regla y la página no cambia.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1976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34856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¿border u outline?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uso para resaltar un campo?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10927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" y="5010912"/>
            <a:ext cx="1030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regla no se aplica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5376672"/>
            <a:ext cx="103052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en este orden: la ruta del link, el punto y coma de la línea anterior, el nombre del selector y, al final, si otra regla más específica la está venciendo. DevTools te la muestra tachada.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55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ncional: aplicar lo apren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55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la sesión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parte del 40 % de participación en clases [P].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contenido.css y la tabla de herramientas (Pasos 4 y 6 de la guía).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variables var(--…) para todos los colores, fuentes y radios.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DevTools con una declaración tachada y explica en una línea por qué perdió.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Pasos 10 y 11 con la Guía de Figma de la sesión.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el HTML y el CSS sin errores y publica en Netlify.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de entrega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332841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3284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la URL publicada al Aula Virtual.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96849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9684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Adjuntar captura del validador W3C sin errores.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60857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608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es obligatorio dentro del plazo establecido.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524865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52486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en ClassDojo como participación en clase.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55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entador: conclusión del t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55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269748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65176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define qué es cada contenido; CSS define cómo se ve, en archivos aparte.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" y="313639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09067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es un selector más una lista de declaraciones del tipo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propiedad: valor;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57530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2958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dos reglas chocan deciden la especificidad y, si empatan, el orden.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401421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968496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propiedades de texto se heredan; las de caja, no.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4531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407408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 es una medida fija; rem, em y % se calculan a partir de otra medida.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" y="489204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484632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colores, las fuentes y los radios de Figma se guardan como variables en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" y="533095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528523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pinta el fondo; border, border-radius y box-shadow dibujan el contorno.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" y="57698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5769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572414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control de Figma tiene su propiedad en CSS: si no coinciden, manda Figma.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55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ya tiene sus colores, su letra y sus bordes. Lo que viene.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1560" y="3895344"/>
            <a:ext cx="10104120" cy="0"/>
          </a:xfrm>
          <a:prstGeom prst="line">
            <a:avLst/>
          </a:prstGeom>
          <a:noFill/>
          <a:ln w="3175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4248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08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temas, repartidos en la 09 y la 10.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3924" y="3776472"/>
            <a:ext cx="237744" cy="23774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2384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09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072384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Selectores, cascada, color, tipografía y bordes.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93208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84648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caja, Flexbox, Grid y el Hero.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y transiciones.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67544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34856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134856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y el Taller TA2.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340096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0976" y="5340096"/>
            <a:ext cx="10305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jueves (sesión 10): trae tu contenido.css terminado y tu Figma con los Pasos 10 y 11. Con Flexbox y Grid construiremos el Hero y las dos columnas de tu diseño.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81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55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Centro de Informática USS · Protech XP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09 · CSS3: selectores, cascada y propiedades básicas</dc:title>
  <dc:subject>Curso de Diseño Web</dc:subject>
  <dc:creator>Ing. Dagner Anibal Chuman Lluen</dc:creator>
  <cp:lastModifiedBy>Ing. Dagner Anibal Chuman Lluen</cp:lastModifiedBy>
  <cp:revision>1</cp:revision>
  <dcterms:created xsi:type="dcterms:W3CDTF">2026-10-08T22:37:53Z</dcterms:created>
  <dcterms:modified xsi:type="dcterms:W3CDTF">2026-10-08T22:37:53Z</dcterms:modified>
</cp:coreProperties>
</file>